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  <p:sldMasterId id="2147483676" r:id="rId2"/>
    <p:sldMasterId id="2147483696" r:id="rId3"/>
    <p:sldMasterId id="2147483732" r:id="rId4"/>
    <p:sldMasterId id="2147483733" r:id="rId5"/>
  </p:sldMasterIdLst>
  <p:notesMasterIdLst>
    <p:notesMasterId r:id="rId17"/>
  </p:notesMasterIdLst>
  <p:sldIdLst>
    <p:sldId id="256" r:id="rId6"/>
    <p:sldId id="258" r:id="rId7"/>
    <p:sldId id="257" r:id="rId8"/>
    <p:sldId id="259" r:id="rId9"/>
    <p:sldId id="263" r:id="rId10"/>
    <p:sldId id="264" r:id="rId11"/>
    <p:sldId id="266" r:id="rId12"/>
    <p:sldId id="265" r:id="rId13"/>
    <p:sldId id="260" r:id="rId14"/>
    <p:sldId id="261" r:id="rId15"/>
    <p:sldId id="262" r:id="rId16"/>
  </p:sldIdLst>
  <p:sldSz cx="12252325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C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69AB3-D667-4D0D-BA14-8299232A3581}" v="999" dt="2023-10-19T05:55:24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is Suter" userId="005a26f9-6f86-4bfa-bd81-c474b106061f" providerId="ADAL" clId="{7D569AB3-D667-4D0D-BA14-8299232A3581}"/>
    <pc:docChg chg="undo custSel addSld delSld modSld sldOrd">
      <pc:chgData name="Lois Suter" userId="005a26f9-6f86-4bfa-bd81-c474b106061f" providerId="ADAL" clId="{7D569AB3-D667-4D0D-BA14-8299232A3581}" dt="2023-10-20T00:22:06.849" v="3931" actId="20577"/>
      <pc:docMkLst>
        <pc:docMk/>
      </pc:docMkLst>
      <pc:sldChg chg="modSp mod">
        <pc:chgData name="Lois Suter" userId="005a26f9-6f86-4bfa-bd81-c474b106061f" providerId="ADAL" clId="{7D569AB3-D667-4D0D-BA14-8299232A3581}" dt="2023-10-19T05:08:17.033" v="3881" actId="404"/>
        <pc:sldMkLst>
          <pc:docMk/>
          <pc:sldMk cId="1449473919" sldId="256"/>
        </pc:sldMkLst>
        <pc:spChg chg="mod">
          <ac:chgData name="Lois Suter" userId="005a26f9-6f86-4bfa-bd81-c474b106061f" providerId="ADAL" clId="{7D569AB3-D667-4D0D-BA14-8299232A3581}" dt="2023-10-19T05:08:12.075" v="3878" actId="404"/>
          <ac:spMkLst>
            <pc:docMk/>
            <pc:sldMk cId="1449473919" sldId="256"/>
            <ac:spMk id="2" creationId="{84B47EEF-F028-9DF1-7BDA-1723A373F227}"/>
          </ac:spMkLst>
        </pc:spChg>
        <pc:spChg chg="mod">
          <ac:chgData name="Lois Suter" userId="005a26f9-6f86-4bfa-bd81-c474b106061f" providerId="ADAL" clId="{7D569AB3-D667-4D0D-BA14-8299232A3581}" dt="2023-10-19T05:08:17.033" v="3881" actId="404"/>
          <ac:spMkLst>
            <pc:docMk/>
            <pc:sldMk cId="1449473919" sldId="256"/>
            <ac:spMk id="3" creationId="{D399D68F-0C51-E260-598C-1132135D8239}"/>
          </ac:spMkLst>
        </pc:spChg>
      </pc:sldChg>
      <pc:sldChg chg="addSp delSp modSp mod ord">
        <pc:chgData name="Lois Suter" userId="005a26f9-6f86-4bfa-bd81-c474b106061f" providerId="ADAL" clId="{7D569AB3-D667-4D0D-BA14-8299232A3581}" dt="2023-10-19T05:11:31.274" v="3903" actId="1076"/>
        <pc:sldMkLst>
          <pc:docMk/>
          <pc:sldMk cId="488149688" sldId="258"/>
        </pc:sldMkLst>
        <pc:spChg chg="mod">
          <ac:chgData name="Lois Suter" userId="005a26f9-6f86-4bfa-bd81-c474b106061f" providerId="ADAL" clId="{7D569AB3-D667-4D0D-BA14-8299232A3581}" dt="2023-10-19T04:08:47.303" v="655" actId="108"/>
          <ac:spMkLst>
            <pc:docMk/>
            <pc:sldMk cId="488149688" sldId="258"/>
            <ac:spMk id="2" creationId="{0DA9F94C-59E4-B979-0BAC-E183B6D74EA4}"/>
          </ac:spMkLst>
        </pc:spChg>
        <pc:spChg chg="del">
          <ac:chgData name="Lois Suter" userId="005a26f9-6f86-4bfa-bd81-c474b106061f" providerId="ADAL" clId="{7D569AB3-D667-4D0D-BA14-8299232A3581}" dt="2023-10-19T04:20:27.592" v="834" actId="478"/>
          <ac:spMkLst>
            <pc:docMk/>
            <pc:sldMk cId="488149688" sldId="258"/>
            <ac:spMk id="3" creationId="{EB0CD420-5019-F50C-6C0A-B010E48B8884}"/>
          </ac:spMkLst>
        </pc:spChg>
        <pc:spChg chg="add mod ord">
          <ac:chgData name="Lois Suter" userId="005a26f9-6f86-4bfa-bd81-c474b106061f" providerId="ADAL" clId="{7D569AB3-D667-4D0D-BA14-8299232A3581}" dt="2023-10-19T05:10:50.749" v="3898" actId="404"/>
          <ac:spMkLst>
            <pc:docMk/>
            <pc:sldMk cId="488149688" sldId="258"/>
            <ac:spMk id="20" creationId="{87428CEE-B8D9-1C45-8191-802552594C46}"/>
          </ac:spMkLst>
        </pc:spChg>
        <pc:spChg chg="add del mod">
          <ac:chgData name="Lois Suter" userId="005a26f9-6f86-4bfa-bd81-c474b106061f" providerId="ADAL" clId="{7D569AB3-D667-4D0D-BA14-8299232A3581}" dt="2023-10-19T04:20:30.238" v="835" actId="478"/>
          <ac:spMkLst>
            <pc:docMk/>
            <pc:sldMk cId="488149688" sldId="258"/>
            <ac:spMk id="22" creationId="{375E75EF-7BFB-3386-BB82-1AF79B3372FC}"/>
          </ac:spMkLst>
        </pc:spChg>
        <pc:spChg chg="add mod ord">
          <ac:chgData name="Lois Suter" userId="005a26f9-6f86-4bfa-bd81-c474b106061f" providerId="ADAL" clId="{7D569AB3-D667-4D0D-BA14-8299232A3581}" dt="2023-10-19T05:11:05.529" v="3901" actId="404"/>
          <ac:spMkLst>
            <pc:docMk/>
            <pc:sldMk cId="488149688" sldId="258"/>
            <ac:spMk id="23" creationId="{55D67311-48B6-8C3B-B90D-217C2513B78B}"/>
          </ac:spMkLst>
        </pc:spChg>
        <pc:spChg chg="add mod ord">
          <ac:chgData name="Lois Suter" userId="005a26f9-6f86-4bfa-bd81-c474b106061f" providerId="ADAL" clId="{7D569AB3-D667-4D0D-BA14-8299232A3581}" dt="2023-10-19T05:10:45.550" v="3896" actId="404"/>
          <ac:spMkLst>
            <pc:docMk/>
            <pc:sldMk cId="488149688" sldId="258"/>
            <ac:spMk id="24" creationId="{C0D69600-326E-A360-D4FB-4266A6B4B0D4}"/>
          </ac:spMkLst>
        </pc:spChg>
        <pc:spChg chg="add mod ord">
          <ac:chgData name="Lois Suter" userId="005a26f9-6f86-4bfa-bd81-c474b106061f" providerId="ADAL" clId="{7D569AB3-D667-4D0D-BA14-8299232A3581}" dt="2023-10-19T05:11:02.950" v="3900" actId="404"/>
          <ac:spMkLst>
            <pc:docMk/>
            <pc:sldMk cId="488149688" sldId="258"/>
            <ac:spMk id="25" creationId="{1EFAC86C-6E14-5AC4-E90A-DBC78D379FD1}"/>
          </ac:spMkLst>
        </pc:spChg>
        <pc:spChg chg="mod topLvl">
          <ac:chgData name="Lois Suter" userId="005a26f9-6f86-4bfa-bd81-c474b106061f" providerId="ADAL" clId="{7D569AB3-D667-4D0D-BA14-8299232A3581}" dt="2023-10-19T05:10:54.289" v="3899" actId="404"/>
          <ac:spMkLst>
            <pc:docMk/>
            <pc:sldMk cId="488149688" sldId="258"/>
            <ac:spMk id="31" creationId="{A798A090-5F21-B6A3-7561-D29BE33EEA9F}"/>
          </ac:spMkLst>
        </pc:spChg>
        <pc:spChg chg="add del">
          <ac:chgData name="Lois Suter" userId="005a26f9-6f86-4bfa-bd81-c474b106061f" providerId="ADAL" clId="{7D569AB3-D667-4D0D-BA14-8299232A3581}" dt="2023-10-19T04:29:41.275" v="1080" actId="478"/>
          <ac:spMkLst>
            <pc:docMk/>
            <pc:sldMk cId="488149688" sldId="258"/>
            <ac:spMk id="36" creationId="{B9F938EB-36BE-FC5B-15E9-4A084FE520E0}"/>
          </ac:spMkLst>
        </pc:spChg>
        <pc:grpChg chg="add mod">
          <ac:chgData name="Lois Suter" userId="005a26f9-6f86-4bfa-bd81-c474b106061f" providerId="ADAL" clId="{7D569AB3-D667-4D0D-BA14-8299232A3581}" dt="2023-10-19T04:23:45.792" v="959" actId="164"/>
          <ac:grpSpMkLst>
            <pc:docMk/>
            <pc:sldMk cId="488149688" sldId="258"/>
            <ac:grpSpMk id="19" creationId="{4F354F73-BB97-24DB-30C8-DD23F971A67A}"/>
          </ac:grpSpMkLst>
        </pc:grpChg>
        <pc:grpChg chg="add mod">
          <ac:chgData name="Lois Suter" userId="005a26f9-6f86-4bfa-bd81-c474b106061f" providerId="ADAL" clId="{7D569AB3-D667-4D0D-BA14-8299232A3581}" dt="2023-10-19T04:29:55.829" v="1081" actId="1076"/>
          <ac:grpSpMkLst>
            <pc:docMk/>
            <pc:sldMk cId="488149688" sldId="258"/>
            <ac:grpSpMk id="26" creationId="{3F1B3922-C70D-D080-7FF2-212852D20F36}"/>
          </ac:grpSpMkLst>
        </pc:grpChg>
        <pc:grpChg chg="add mod">
          <ac:chgData name="Lois Suter" userId="005a26f9-6f86-4bfa-bd81-c474b106061f" providerId="ADAL" clId="{7D569AB3-D667-4D0D-BA14-8299232A3581}" dt="2023-10-19T04:30:42.164" v="1084" actId="1076"/>
          <ac:grpSpMkLst>
            <pc:docMk/>
            <pc:sldMk cId="488149688" sldId="258"/>
            <ac:grpSpMk id="27" creationId="{21C4F40D-38D2-BB7E-C842-DE3B596AC0BF}"/>
          </ac:grpSpMkLst>
        </pc:grpChg>
        <pc:grpChg chg="add mod">
          <ac:chgData name="Lois Suter" userId="005a26f9-6f86-4bfa-bd81-c474b106061f" providerId="ADAL" clId="{7D569AB3-D667-4D0D-BA14-8299232A3581}" dt="2023-10-19T04:28:03.644" v="1069" actId="1076"/>
          <ac:grpSpMkLst>
            <pc:docMk/>
            <pc:sldMk cId="488149688" sldId="258"/>
            <ac:grpSpMk id="28" creationId="{7EA69B06-12D0-4D8C-B440-B3E53C9A9493}"/>
          </ac:grpSpMkLst>
        </pc:grpChg>
        <pc:grpChg chg="add mod">
          <ac:chgData name="Lois Suter" userId="005a26f9-6f86-4bfa-bd81-c474b106061f" providerId="ADAL" clId="{7D569AB3-D667-4D0D-BA14-8299232A3581}" dt="2023-10-19T04:30:36.091" v="1083" actId="1076"/>
          <ac:grpSpMkLst>
            <pc:docMk/>
            <pc:sldMk cId="488149688" sldId="258"/>
            <ac:grpSpMk id="29" creationId="{667EC8F5-FB7E-9728-4049-DB9E69EC4119}"/>
          </ac:grpSpMkLst>
        </pc:grpChg>
        <pc:grpChg chg="add del mod">
          <ac:chgData name="Lois Suter" userId="005a26f9-6f86-4bfa-bd81-c474b106061f" providerId="ADAL" clId="{7D569AB3-D667-4D0D-BA14-8299232A3581}" dt="2023-10-19T04:26:56.848" v="992" actId="478"/>
          <ac:grpSpMkLst>
            <pc:docMk/>
            <pc:sldMk cId="488149688" sldId="258"/>
            <ac:grpSpMk id="30" creationId="{9B180C85-E4FC-154E-CB68-7E8348D15D9D}"/>
          </ac:grpSpMkLst>
        </pc:grpChg>
        <pc:grpChg chg="add mod">
          <ac:chgData name="Lois Suter" userId="005a26f9-6f86-4bfa-bd81-c474b106061f" providerId="ADAL" clId="{7D569AB3-D667-4D0D-BA14-8299232A3581}" dt="2023-10-19T04:30:49.487" v="1085" actId="1076"/>
          <ac:grpSpMkLst>
            <pc:docMk/>
            <pc:sldMk cId="488149688" sldId="258"/>
            <ac:grpSpMk id="35" creationId="{86906400-831C-D7AD-EC8A-C6D6402AC014}"/>
          </ac:grpSpMkLst>
        </pc:grpChg>
        <pc:picChg chg="add mod">
          <ac:chgData name="Lois Suter" userId="005a26f9-6f86-4bfa-bd81-c474b106061f" providerId="ADAL" clId="{7D569AB3-D667-4D0D-BA14-8299232A3581}" dt="2023-10-19T04:24:55.170" v="975" actId="12789"/>
          <ac:picMkLst>
            <pc:docMk/>
            <pc:sldMk cId="488149688" sldId="258"/>
            <ac:picMk id="6" creationId="{D986C5BB-03AB-253F-6F27-8F7D3758908F}"/>
          </ac:picMkLst>
        </pc:picChg>
        <pc:picChg chg="add mod">
          <ac:chgData name="Lois Suter" userId="005a26f9-6f86-4bfa-bd81-c474b106061f" providerId="ADAL" clId="{7D569AB3-D667-4D0D-BA14-8299232A3581}" dt="2023-10-19T05:10:48.537" v="3897" actId="1076"/>
          <ac:picMkLst>
            <pc:docMk/>
            <pc:sldMk cId="488149688" sldId="258"/>
            <ac:picMk id="8" creationId="{001FC9DF-51CA-E5B7-B7EB-0E97DE405509}"/>
          </ac:picMkLst>
        </pc:picChg>
        <pc:picChg chg="add mod">
          <ac:chgData name="Lois Suter" userId="005a26f9-6f86-4bfa-bd81-c474b106061f" providerId="ADAL" clId="{7D569AB3-D667-4D0D-BA14-8299232A3581}" dt="2023-10-19T05:11:31.274" v="3903" actId="1076"/>
          <ac:picMkLst>
            <pc:docMk/>
            <pc:sldMk cId="488149688" sldId="258"/>
            <ac:picMk id="10" creationId="{DF7D2486-7688-4E0A-FFF0-ED5B52161FED}"/>
          </ac:picMkLst>
        </pc:picChg>
        <pc:picChg chg="add del mod">
          <ac:chgData name="Lois Suter" userId="005a26f9-6f86-4bfa-bd81-c474b106061f" providerId="ADAL" clId="{7D569AB3-D667-4D0D-BA14-8299232A3581}" dt="2023-10-19T04:14:53.106" v="750" actId="478"/>
          <ac:picMkLst>
            <pc:docMk/>
            <pc:sldMk cId="488149688" sldId="258"/>
            <ac:picMk id="12" creationId="{DEA8BB87-5203-799F-F774-938D13EC135D}"/>
          </ac:picMkLst>
        </pc:picChg>
        <pc:picChg chg="add mod">
          <ac:chgData name="Lois Suter" userId="005a26f9-6f86-4bfa-bd81-c474b106061f" providerId="ADAL" clId="{7D569AB3-D667-4D0D-BA14-8299232A3581}" dt="2023-10-19T04:23:01.028" v="934" actId="164"/>
          <ac:picMkLst>
            <pc:docMk/>
            <pc:sldMk cId="488149688" sldId="258"/>
            <ac:picMk id="14" creationId="{D66F7A80-B1F2-3B61-11FF-3EEFB0C2E880}"/>
          </ac:picMkLst>
        </pc:picChg>
        <pc:picChg chg="add mod">
          <ac:chgData name="Lois Suter" userId="005a26f9-6f86-4bfa-bd81-c474b106061f" providerId="ADAL" clId="{7D569AB3-D667-4D0D-BA14-8299232A3581}" dt="2023-10-19T05:11:24.411" v="3902" actId="1076"/>
          <ac:picMkLst>
            <pc:docMk/>
            <pc:sldMk cId="488149688" sldId="258"/>
            <ac:picMk id="16" creationId="{CD549A20-F748-A248-ED94-AD75A6CE05A5}"/>
          </ac:picMkLst>
        </pc:picChg>
        <pc:picChg chg="add mod">
          <ac:chgData name="Lois Suter" userId="005a26f9-6f86-4bfa-bd81-c474b106061f" providerId="ADAL" clId="{7D569AB3-D667-4D0D-BA14-8299232A3581}" dt="2023-10-19T04:24:15.814" v="968" actId="164"/>
          <ac:picMkLst>
            <pc:docMk/>
            <pc:sldMk cId="488149688" sldId="258"/>
            <ac:picMk id="18" creationId="{37D67362-BAEB-A650-C429-172DD230687E}"/>
          </ac:picMkLst>
        </pc:picChg>
        <pc:picChg chg="del mod topLvl">
          <ac:chgData name="Lois Suter" userId="005a26f9-6f86-4bfa-bd81-c474b106061f" providerId="ADAL" clId="{7D569AB3-D667-4D0D-BA14-8299232A3581}" dt="2023-10-19T04:26:56.848" v="992" actId="478"/>
          <ac:picMkLst>
            <pc:docMk/>
            <pc:sldMk cId="488149688" sldId="258"/>
            <ac:picMk id="32" creationId="{55A88BC4-36B1-2B62-B449-D2582EB87211}"/>
          </ac:picMkLst>
        </pc:picChg>
        <pc:picChg chg="add mod">
          <ac:chgData name="Lois Suter" userId="005a26f9-6f86-4bfa-bd81-c474b106061f" providerId="ADAL" clId="{7D569AB3-D667-4D0D-BA14-8299232A3581}" dt="2023-10-19T04:27:21.608" v="1054" actId="164"/>
          <ac:picMkLst>
            <pc:docMk/>
            <pc:sldMk cId="488149688" sldId="258"/>
            <ac:picMk id="34" creationId="{754BA9FB-D66A-68E4-20A8-F287984D396F}"/>
          </ac:picMkLst>
        </pc:picChg>
      </pc:sldChg>
      <pc:sldChg chg="addSp delSp modSp mod">
        <pc:chgData name="Lois Suter" userId="005a26f9-6f86-4bfa-bd81-c474b106061f" providerId="ADAL" clId="{7D569AB3-D667-4D0D-BA14-8299232A3581}" dt="2023-10-19T05:27:18.732" v="3923" actId="20577"/>
        <pc:sldMkLst>
          <pc:docMk/>
          <pc:sldMk cId="956955952" sldId="259"/>
        </pc:sldMkLst>
        <pc:spChg chg="mod">
          <ac:chgData name="Lois Suter" userId="005a26f9-6f86-4bfa-bd81-c474b106061f" providerId="ADAL" clId="{7D569AB3-D667-4D0D-BA14-8299232A3581}" dt="2023-10-19T04:31:24.740" v="1087" actId="20577"/>
          <ac:spMkLst>
            <pc:docMk/>
            <pc:sldMk cId="956955952" sldId="259"/>
            <ac:spMk id="2" creationId="{C6F60930-E571-040F-7DF5-A220D7946C4C}"/>
          </ac:spMkLst>
        </pc:spChg>
        <pc:spChg chg="del mod">
          <ac:chgData name="Lois Suter" userId="005a26f9-6f86-4bfa-bd81-c474b106061f" providerId="ADAL" clId="{7D569AB3-D667-4D0D-BA14-8299232A3581}" dt="2023-10-19T04:33:50.299" v="1487" actId="478"/>
          <ac:spMkLst>
            <pc:docMk/>
            <pc:sldMk cId="956955952" sldId="259"/>
            <ac:spMk id="3" creationId="{91304E57-F921-C27E-9E6D-DEEFD6982C7C}"/>
          </ac:spMkLst>
        </pc:spChg>
        <pc:spChg chg="mod">
          <ac:chgData name="Lois Suter" userId="005a26f9-6f86-4bfa-bd81-c474b106061f" providerId="ADAL" clId="{7D569AB3-D667-4D0D-BA14-8299232A3581}" dt="2023-10-19T04:35:54.668" v="1553" actId="1076"/>
          <ac:spMkLst>
            <pc:docMk/>
            <pc:sldMk cId="956955952" sldId="259"/>
            <ac:spMk id="4" creationId="{398FFAF9-4718-71D5-78E6-B79CDE8B97E0}"/>
          </ac:spMkLst>
        </pc:spChg>
        <pc:spChg chg="add del mod">
          <ac:chgData name="Lois Suter" userId="005a26f9-6f86-4bfa-bd81-c474b106061f" providerId="ADAL" clId="{7D569AB3-D667-4D0D-BA14-8299232A3581}" dt="2023-10-19T04:33:52.089" v="1488" actId="478"/>
          <ac:spMkLst>
            <pc:docMk/>
            <pc:sldMk cId="956955952" sldId="259"/>
            <ac:spMk id="7" creationId="{2F1BB09B-2970-BF49-4BCB-8BA5F45F3534}"/>
          </ac:spMkLst>
        </pc:spChg>
        <pc:graphicFrameChg chg="add mod modGraphic">
          <ac:chgData name="Lois Suter" userId="005a26f9-6f86-4bfa-bd81-c474b106061f" providerId="ADAL" clId="{7D569AB3-D667-4D0D-BA14-8299232A3581}" dt="2023-10-19T05:27:18.732" v="3923" actId="20577"/>
          <ac:graphicFrameMkLst>
            <pc:docMk/>
            <pc:sldMk cId="956955952" sldId="259"/>
            <ac:graphicFrameMk id="5" creationId="{923DBBD5-F4D0-0542-F016-3E2E57D60DAA}"/>
          </ac:graphicFrameMkLst>
        </pc:graphicFrameChg>
      </pc:sldChg>
      <pc:sldChg chg="addSp delSp modSp mod">
        <pc:chgData name="Lois Suter" userId="005a26f9-6f86-4bfa-bd81-c474b106061f" providerId="ADAL" clId="{7D569AB3-D667-4D0D-BA14-8299232A3581}" dt="2023-10-19T04:07:46.538" v="572" actId="207"/>
        <pc:sldMkLst>
          <pc:docMk/>
          <pc:sldMk cId="901925476" sldId="260"/>
        </pc:sldMkLst>
        <pc:spChg chg="mod">
          <ac:chgData name="Lois Suter" userId="005a26f9-6f86-4bfa-bd81-c474b106061f" providerId="ADAL" clId="{7D569AB3-D667-4D0D-BA14-8299232A3581}" dt="2023-10-19T04:04:39.640" v="285" actId="20577"/>
          <ac:spMkLst>
            <pc:docMk/>
            <pc:sldMk cId="901925476" sldId="260"/>
            <ac:spMk id="6" creationId="{95D746FA-51B2-DD44-C15D-5FA4E1045F2E}"/>
          </ac:spMkLst>
        </pc:spChg>
        <pc:spChg chg="del mod">
          <ac:chgData name="Lois Suter" userId="005a26f9-6f86-4bfa-bd81-c474b106061f" providerId="ADAL" clId="{7D569AB3-D667-4D0D-BA14-8299232A3581}" dt="2023-10-19T04:06:44.953" v="563" actId="478"/>
          <ac:spMkLst>
            <pc:docMk/>
            <pc:sldMk cId="901925476" sldId="260"/>
            <ac:spMk id="7" creationId="{48B0288C-6149-C06E-0283-8C87BF1D8210}"/>
          </ac:spMkLst>
        </pc:spChg>
        <pc:spChg chg="add del mod">
          <ac:chgData name="Lois Suter" userId="005a26f9-6f86-4bfa-bd81-c474b106061f" providerId="ADAL" clId="{7D569AB3-D667-4D0D-BA14-8299232A3581}" dt="2023-10-19T04:06:47.534" v="564" actId="478"/>
          <ac:spMkLst>
            <pc:docMk/>
            <pc:sldMk cId="901925476" sldId="260"/>
            <ac:spMk id="10" creationId="{B218DB29-9945-F5E9-5513-CF6DA9C1FA92}"/>
          </ac:spMkLst>
        </pc:spChg>
        <pc:graphicFrameChg chg="add mod modGraphic">
          <ac:chgData name="Lois Suter" userId="005a26f9-6f86-4bfa-bd81-c474b106061f" providerId="ADAL" clId="{7D569AB3-D667-4D0D-BA14-8299232A3581}" dt="2023-10-19T04:07:46.538" v="572" actId="207"/>
          <ac:graphicFrameMkLst>
            <pc:docMk/>
            <pc:sldMk cId="901925476" sldId="260"/>
            <ac:graphicFrameMk id="8" creationId="{125DD5BD-A1B7-F480-3B35-3ED5E6C2DD3E}"/>
          </ac:graphicFrameMkLst>
        </pc:graphicFrameChg>
      </pc:sldChg>
      <pc:sldChg chg="addSp delSp modSp mod modAnim">
        <pc:chgData name="Lois Suter" userId="005a26f9-6f86-4bfa-bd81-c474b106061f" providerId="ADAL" clId="{7D569AB3-D667-4D0D-BA14-8299232A3581}" dt="2023-10-19T05:55:24.931" v="3924" actId="20577"/>
        <pc:sldMkLst>
          <pc:docMk/>
          <pc:sldMk cId="73249333" sldId="261"/>
        </pc:sldMkLst>
        <pc:spChg chg="mod">
          <ac:chgData name="Lois Suter" userId="005a26f9-6f86-4bfa-bd81-c474b106061f" providerId="ADAL" clId="{7D569AB3-D667-4D0D-BA14-8299232A3581}" dt="2023-10-19T04:08:55.755" v="656" actId="108"/>
          <ac:spMkLst>
            <pc:docMk/>
            <pc:sldMk cId="73249333" sldId="261"/>
            <ac:spMk id="6" creationId="{2BFE5C2B-2C58-0C00-1E05-DF49DBD3200C}"/>
          </ac:spMkLst>
        </pc:spChg>
        <pc:spChg chg="del">
          <ac:chgData name="Lois Suter" userId="005a26f9-6f86-4bfa-bd81-c474b106061f" providerId="ADAL" clId="{7D569AB3-D667-4D0D-BA14-8299232A3581}" dt="2023-10-19T04:40:53.060" v="1642" actId="478"/>
          <ac:spMkLst>
            <pc:docMk/>
            <pc:sldMk cId="73249333" sldId="261"/>
            <ac:spMk id="7" creationId="{91A7DB56-06FC-8461-0443-CBDD0662305C}"/>
          </ac:spMkLst>
        </pc:spChg>
        <pc:spChg chg="add del mod">
          <ac:chgData name="Lois Suter" userId="005a26f9-6f86-4bfa-bd81-c474b106061f" providerId="ADAL" clId="{7D569AB3-D667-4D0D-BA14-8299232A3581}" dt="2023-10-19T04:40:56.545" v="1643" actId="478"/>
          <ac:spMkLst>
            <pc:docMk/>
            <pc:sldMk cId="73249333" sldId="261"/>
            <ac:spMk id="10" creationId="{164C024F-2EED-4C06-1A4F-68A316E3FDB1}"/>
          </ac:spMkLst>
        </pc:spChg>
        <pc:spChg chg="add mod">
          <ac:chgData name="Lois Suter" userId="005a26f9-6f86-4bfa-bd81-c474b106061f" providerId="ADAL" clId="{7D569AB3-D667-4D0D-BA14-8299232A3581}" dt="2023-10-19T05:55:24.931" v="3924" actId="20577"/>
          <ac:spMkLst>
            <pc:docMk/>
            <pc:sldMk cId="73249333" sldId="261"/>
            <ac:spMk id="16" creationId="{E7EFEDD9-B3DC-415D-B052-4F801CC8B301}"/>
          </ac:spMkLst>
        </pc:spChg>
        <pc:grpChg chg="add mod">
          <ac:chgData name="Lois Suter" userId="005a26f9-6f86-4bfa-bd81-c474b106061f" providerId="ADAL" clId="{7D569AB3-D667-4D0D-BA14-8299232A3581}" dt="2023-10-19T04:49:48.896" v="2090" actId="1076"/>
          <ac:grpSpMkLst>
            <pc:docMk/>
            <pc:sldMk cId="73249333" sldId="261"/>
            <ac:grpSpMk id="15" creationId="{24D20AC1-0B98-CE5A-6BBF-107A2E94DACC}"/>
          </ac:grpSpMkLst>
        </pc:grpChg>
        <pc:graphicFrameChg chg="add mod modGraphic">
          <ac:chgData name="Lois Suter" userId="005a26f9-6f86-4bfa-bd81-c474b106061f" providerId="ADAL" clId="{7D569AB3-D667-4D0D-BA14-8299232A3581}" dt="2023-10-19T04:43:49.986" v="1667"/>
          <ac:graphicFrameMkLst>
            <pc:docMk/>
            <pc:sldMk cId="73249333" sldId="261"/>
            <ac:graphicFrameMk id="8" creationId="{66F9DB24-FDF9-88BA-866A-2ECD1DEDA2A6}"/>
          </ac:graphicFrameMkLst>
        </pc:graphicFrameChg>
        <pc:picChg chg="add mod">
          <ac:chgData name="Lois Suter" userId="005a26f9-6f86-4bfa-bd81-c474b106061f" providerId="ADAL" clId="{7D569AB3-D667-4D0D-BA14-8299232A3581}" dt="2023-10-19T04:43:46.676" v="1666" actId="164"/>
          <ac:picMkLst>
            <pc:docMk/>
            <pc:sldMk cId="73249333" sldId="261"/>
            <ac:picMk id="12" creationId="{1E0E7D48-9C9B-BEDB-B805-38B28814C316}"/>
          </ac:picMkLst>
        </pc:picChg>
        <pc:picChg chg="add mod">
          <ac:chgData name="Lois Suter" userId="005a26f9-6f86-4bfa-bd81-c474b106061f" providerId="ADAL" clId="{7D569AB3-D667-4D0D-BA14-8299232A3581}" dt="2023-10-19T04:43:46.676" v="1666" actId="164"/>
          <ac:picMkLst>
            <pc:docMk/>
            <pc:sldMk cId="73249333" sldId="261"/>
            <ac:picMk id="13" creationId="{D3CFE49E-F9C7-BB56-02FC-0260A0C0CBC7}"/>
          </ac:picMkLst>
        </pc:picChg>
        <pc:picChg chg="add mod">
          <ac:chgData name="Lois Suter" userId="005a26f9-6f86-4bfa-bd81-c474b106061f" providerId="ADAL" clId="{7D569AB3-D667-4D0D-BA14-8299232A3581}" dt="2023-10-19T04:43:46.676" v="1666" actId="164"/>
          <ac:picMkLst>
            <pc:docMk/>
            <pc:sldMk cId="73249333" sldId="261"/>
            <ac:picMk id="14" creationId="{F7D08E90-EB7F-6568-A9FA-330AD292A1E5}"/>
          </ac:picMkLst>
        </pc:picChg>
        <pc:picChg chg="add mod">
          <ac:chgData name="Lois Suter" userId="005a26f9-6f86-4bfa-bd81-c474b106061f" providerId="ADAL" clId="{7D569AB3-D667-4D0D-BA14-8299232A3581}" dt="2023-10-19T04:38:57.093" v="1559" actId="14100"/>
          <ac:picMkLst>
            <pc:docMk/>
            <pc:sldMk cId="73249333" sldId="261"/>
            <ac:picMk id="1026" creationId="{32FBC60E-2C73-BE02-EEFD-BA2C67EA689C}"/>
          </ac:picMkLst>
        </pc:picChg>
      </pc:sldChg>
      <pc:sldChg chg="addSp delSp modSp mod modAnim">
        <pc:chgData name="Lois Suter" userId="005a26f9-6f86-4bfa-bd81-c474b106061f" providerId="ADAL" clId="{7D569AB3-D667-4D0D-BA14-8299232A3581}" dt="2023-10-20T00:22:06.849" v="3931" actId="20577"/>
        <pc:sldMkLst>
          <pc:docMk/>
          <pc:sldMk cId="3386636290" sldId="262"/>
        </pc:sldMkLst>
        <pc:spChg chg="mod">
          <ac:chgData name="Lois Suter" userId="005a26f9-6f86-4bfa-bd81-c474b106061f" providerId="ADAL" clId="{7D569AB3-D667-4D0D-BA14-8299232A3581}" dt="2023-10-19T04:09:26.354" v="706"/>
          <ac:spMkLst>
            <pc:docMk/>
            <pc:sldMk cId="3386636290" sldId="262"/>
            <ac:spMk id="2" creationId="{0DDAD132-D185-5C67-6B76-8ABF7F4AE8CF}"/>
          </ac:spMkLst>
        </pc:spChg>
        <pc:spChg chg="del">
          <ac:chgData name="Lois Suter" userId="005a26f9-6f86-4bfa-bd81-c474b106061f" providerId="ADAL" clId="{7D569AB3-D667-4D0D-BA14-8299232A3581}" dt="2023-10-19T04:59:06.685" v="2985" actId="478"/>
          <ac:spMkLst>
            <pc:docMk/>
            <pc:sldMk cId="3386636290" sldId="262"/>
            <ac:spMk id="3" creationId="{1B878B29-3669-1F70-2140-1AB761178DB2}"/>
          </ac:spMkLst>
        </pc:spChg>
        <pc:spChg chg="mod">
          <ac:chgData name="Lois Suter" userId="005a26f9-6f86-4bfa-bd81-c474b106061f" providerId="ADAL" clId="{7D569AB3-D667-4D0D-BA14-8299232A3581}" dt="2023-10-19T05:06:55.064" v="3820" actId="403"/>
          <ac:spMkLst>
            <pc:docMk/>
            <pc:sldMk cId="3386636290" sldId="262"/>
            <ac:spMk id="4" creationId="{8EA9E516-56B0-9AAF-434B-4AEFF1A44062}"/>
          </ac:spMkLst>
        </pc:spChg>
        <pc:spChg chg="add del mod">
          <ac:chgData name="Lois Suter" userId="005a26f9-6f86-4bfa-bd81-c474b106061f" providerId="ADAL" clId="{7D569AB3-D667-4D0D-BA14-8299232A3581}" dt="2023-10-19T04:59:09.487" v="2986" actId="478"/>
          <ac:spMkLst>
            <pc:docMk/>
            <pc:sldMk cId="3386636290" sldId="262"/>
            <ac:spMk id="9" creationId="{21BA0FC0-C4E1-D793-472A-55B74BB9E47D}"/>
          </ac:spMkLst>
        </pc:spChg>
        <pc:graphicFrameChg chg="add del mod modGraphic">
          <ac:chgData name="Lois Suter" userId="005a26f9-6f86-4bfa-bd81-c474b106061f" providerId="ADAL" clId="{7D569AB3-D667-4D0D-BA14-8299232A3581}" dt="2023-10-19T04:54:13.213" v="2171" actId="478"/>
          <ac:graphicFrameMkLst>
            <pc:docMk/>
            <pc:sldMk cId="3386636290" sldId="262"/>
            <ac:graphicFrameMk id="6" creationId="{BFC4DC21-FD33-E15B-91C7-BD1CCF4639CE}"/>
          </ac:graphicFrameMkLst>
        </pc:graphicFrameChg>
        <pc:graphicFrameChg chg="add mod modGraphic">
          <ac:chgData name="Lois Suter" userId="005a26f9-6f86-4bfa-bd81-c474b106061f" providerId="ADAL" clId="{7D569AB3-D667-4D0D-BA14-8299232A3581}" dt="2023-10-20T00:22:06.849" v="3931" actId="20577"/>
          <ac:graphicFrameMkLst>
            <pc:docMk/>
            <pc:sldMk cId="3386636290" sldId="262"/>
            <ac:graphicFrameMk id="7" creationId="{5BCDD8F8-611E-7231-D304-4500F7F3B841}"/>
          </ac:graphicFrameMkLst>
        </pc:graphicFrameChg>
      </pc:sldChg>
      <pc:sldChg chg="addSp delSp modSp new mod">
        <pc:chgData name="Lois Suter" userId="005a26f9-6f86-4bfa-bd81-c474b106061f" providerId="ADAL" clId="{7D569AB3-D667-4D0D-BA14-8299232A3581}" dt="2023-10-19T04:10:55.606" v="717" actId="1076"/>
        <pc:sldMkLst>
          <pc:docMk/>
          <pc:sldMk cId="191716295" sldId="263"/>
        </pc:sldMkLst>
        <pc:spChg chg="mod">
          <ac:chgData name="Lois Suter" userId="005a26f9-6f86-4bfa-bd81-c474b106061f" providerId="ADAL" clId="{7D569AB3-D667-4D0D-BA14-8299232A3581}" dt="2023-10-19T04:08:36.200" v="653" actId="108"/>
          <ac:spMkLst>
            <pc:docMk/>
            <pc:sldMk cId="191716295" sldId="263"/>
            <ac:spMk id="2" creationId="{BE7B0302-88A7-C58E-828A-63CCBA875929}"/>
          </ac:spMkLst>
        </pc:spChg>
        <pc:spChg chg="del">
          <ac:chgData name="Lois Suter" userId="005a26f9-6f86-4bfa-bd81-c474b106061f" providerId="ADAL" clId="{7D569AB3-D667-4D0D-BA14-8299232A3581}" dt="2023-10-19T02:08:38.451" v="3" actId="22"/>
          <ac:spMkLst>
            <pc:docMk/>
            <pc:sldMk cId="191716295" sldId="263"/>
            <ac:spMk id="3" creationId="{B318D8CF-73D5-FFB4-AF94-24F09CCB0A68}"/>
          </ac:spMkLst>
        </pc:spChg>
        <pc:spChg chg="del">
          <ac:chgData name="Lois Suter" userId="005a26f9-6f86-4bfa-bd81-c474b106061f" providerId="ADAL" clId="{7D569AB3-D667-4D0D-BA14-8299232A3581}" dt="2023-10-19T02:08:57.370" v="4" actId="22"/>
          <ac:spMkLst>
            <pc:docMk/>
            <pc:sldMk cId="191716295" sldId="263"/>
            <ac:spMk id="4" creationId="{3667CD5C-2C4B-AE3A-3805-192104C78E81}"/>
          </ac:spMkLst>
        </pc:spChg>
        <pc:picChg chg="add mod ord">
          <ac:chgData name="Lois Suter" userId="005a26f9-6f86-4bfa-bd81-c474b106061f" providerId="ADAL" clId="{7D569AB3-D667-4D0D-BA14-8299232A3581}" dt="2023-10-19T04:10:49.696" v="716" actId="1076"/>
          <ac:picMkLst>
            <pc:docMk/>
            <pc:sldMk cId="191716295" sldId="263"/>
            <ac:picMk id="7" creationId="{B9FD0F79-28F0-E76F-988A-1A8BC9E921AB}"/>
          </ac:picMkLst>
        </pc:picChg>
        <pc:picChg chg="add mod ord">
          <ac:chgData name="Lois Suter" userId="005a26f9-6f86-4bfa-bd81-c474b106061f" providerId="ADAL" clId="{7D569AB3-D667-4D0D-BA14-8299232A3581}" dt="2023-10-19T04:10:55.606" v="717" actId="1076"/>
          <ac:picMkLst>
            <pc:docMk/>
            <pc:sldMk cId="191716295" sldId="263"/>
            <ac:picMk id="9" creationId="{52D7808E-AC22-3A23-F8BF-139A573DA193}"/>
          </ac:picMkLst>
        </pc:picChg>
        <pc:picChg chg="add mod">
          <ac:chgData name="Lois Suter" userId="005a26f9-6f86-4bfa-bd81-c474b106061f" providerId="ADAL" clId="{7D569AB3-D667-4D0D-BA14-8299232A3581}" dt="2023-10-19T04:10:45.864" v="715" actId="1076"/>
          <ac:picMkLst>
            <pc:docMk/>
            <pc:sldMk cId="191716295" sldId="263"/>
            <ac:picMk id="11" creationId="{78FC1C46-1D34-112F-9A5C-BE8E4AA92658}"/>
          </ac:picMkLst>
        </pc:picChg>
      </pc:sldChg>
      <pc:sldChg chg="addSp delSp modSp new mod">
        <pc:chgData name="Lois Suter" userId="005a26f9-6f86-4bfa-bd81-c474b106061f" providerId="ADAL" clId="{7D569AB3-D667-4D0D-BA14-8299232A3581}" dt="2023-10-19T04:12:31.153" v="738" actId="14100"/>
        <pc:sldMkLst>
          <pc:docMk/>
          <pc:sldMk cId="2935244683" sldId="264"/>
        </pc:sldMkLst>
        <pc:spChg chg="mod">
          <ac:chgData name="Lois Suter" userId="005a26f9-6f86-4bfa-bd81-c474b106061f" providerId="ADAL" clId="{7D569AB3-D667-4D0D-BA14-8299232A3581}" dt="2023-10-19T04:08:30.504" v="652" actId="20577"/>
          <ac:spMkLst>
            <pc:docMk/>
            <pc:sldMk cId="2935244683" sldId="264"/>
            <ac:spMk id="2" creationId="{70ABB438-EE6A-270A-BED0-B9C537CEC724}"/>
          </ac:spMkLst>
        </pc:spChg>
        <pc:spChg chg="del mod">
          <ac:chgData name="Lois Suter" userId="005a26f9-6f86-4bfa-bd81-c474b106061f" providerId="ADAL" clId="{7D569AB3-D667-4D0D-BA14-8299232A3581}" dt="2023-10-19T02:11:39.737" v="102" actId="22"/>
          <ac:spMkLst>
            <pc:docMk/>
            <pc:sldMk cId="2935244683" sldId="264"/>
            <ac:spMk id="3" creationId="{EDD61C97-274D-82F6-4EC5-840AC115BB5D}"/>
          </ac:spMkLst>
        </pc:spChg>
        <pc:spChg chg="del">
          <ac:chgData name="Lois Suter" userId="005a26f9-6f86-4bfa-bd81-c474b106061f" providerId="ADAL" clId="{7D569AB3-D667-4D0D-BA14-8299232A3581}" dt="2023-10-19T02:12:25.063" v="103" actId="22"/>
          <ac:spMkLst>
            <pc:docMk/>
            <pc:sldMk cId="2935244683" sldId="264"/>
            <ac:spMk id="4" creationId="{DC6E30AD-D380-DD94-5A48-C26ACBEE8AFE}"/>
          </ac:spMkLst>
        </pc:spChg>
        <pc:picChg chg="add mod ord">
          <ac:chgData name="Lois Suter" userId="005a26f9-6f86-4bfa-bd81-c474b106061f" providerId="ADAL" clId="{7D569AB3-D667-4D0D-BA14-8299232A3581}" dt="2023-10-19T04:12:31.153" v="738" actId="14100"/>
          <ac:picMkLst>
            <pc:docMk/>
            <pc:sldMk cId="2935244683" sldId="264"/>
            <ac:picMk id="7" creationId="{F2B597BB-3278-C2E2-96CA-23D99F7CEE0C}"/>
          </ac:picMkLst>
        </pc:picChg>
        <pc:picChg chg="add mod ord">
          <ac:chgData name="Lois Suter" userId="005a26f9-6f86-4bfa-bd81-c474b106061f" providerId="ADAL" clId="{7D569AB3-D667-4D0D-BA14-8299232A3581}" dt="2023-10-19T04:12:27.389" v="737" actId="14100"/>
          <ac:picMkLst>
            <pc:docMk/>
            <pc:sldMk cId="2935244683" sldId="264"/>
            <ac:picMk id="9" creationId="{95326C85-9C7E-8F81-3CD9-8426C1DA8453}"/>
          </ac:picMkLst>
        </pc:picChg>
        <pc:picChg chg="add mod">
          <ac:chgData name="Lois Suter" userId="005a26f9-6f86-4bfa-bd81-c474b106061f" providerId="ADAL" clId="{7D569AB3-D667-4D0D-BA14-8299232A3581}" dt="2023-10-19T04:11:42.191" v="728" actId="1076"/>
          <ac:picMkLst>
            <pc:docMk/>
            <pc:sldMk cId="2935244683" sldId="264"/>
            <ac:picMk id="10" creationId="{104C7F1C-2C54-8E58-40D4-74B66CA3F1F1}"/>
          </ac:picMkLst>
        </pc:picChg>
        <pc:picChg chg="add mod">
          <ac:chgData name="Lois Suter" userId="005a26f9-6f86-4bfa-bd81-c474b106061f" providerId="ADAL" clId="{7D569AB3-D667-4D0D-BA14-8299232A3581}" dt="2023-10-19T04:11:42.191" v="728" actId="1076"/>
          <ac:picMkLst>
            <pc:docMk/>
            <pc:sldMk cId="2935244683" sldId="264"/>
            <ac:picMk id="11" creationId="{3D901567-BC70-2F4E-6A19-D3F3A0DCEC11}"/>
          </ac:picMkLst>
        </pc:picChg>
        <pc:picChg chg="add mod">
          <ac:chgData name="Lois Suter" userId="005a26f9-6f86-4bfa-bd81-c474b106061f" providerId="ADAL" clId="{7D569AB3-D667-4D0D-BA14-8299232A3581}" dt="2023-10-19T04:11:42.191" v="728" actId="1076"/>
          <ac:picMkLst>
            <pc:docMk/>
            <pc:sldMk cId="2935244683" sldId="264"/>
            <ac:picMk id="12" creationId="{46E0921E-4B4B-4039-C1CD-B06CDB4DBB32}"/>
          </ac:picMkLst>
        </pc:picChg>
      </pc:sldChg>
      <pc:sldChg chg="addSp delSp modSp new mod">
        <pc:chgData name="Lois Suter" userId="005a26f9-6f86-4bfa-bd81-c474b106061f" providerId="ADAL" clId="{7D569AB3-D667-4D0D-BA14-8299232A3581}" dt="2023-10-19T04:12:13.482" v="736" actId="1076"/>
        <pc:sldMkLst>
          <pc:docMk/>
          <pc:sldMk cId="2825317862" sldId="265"/>
        </pc:sldMkLst>
        <pc:spChg chg="mod">
          <ac:chgData name="Lois Suter" userId="005a26f9-6f86-4bfa-bd81-c474b106061f" providerId="ADAL" clId="{7D569AB3-D667-4D0D-BA14-8299232A3581}" dt="2023-10-19T04:08:07.787" v="573" actId="108"/>
          <ac:spMkLst>
            <pc:docMk/>
            <pc:sldMk cId="2825317862" sldId="265"/>
            <ac:spMk id="2" creationId="{339E0175-0359-F416-6B36-93D28270CAA4}"/>
          </ac:spMkLst>
        </pc:spChg>
        <pc:spChg chg="del">
          <ac:chgData name="Lois Suter" userId="005a26f9-6f86-4bfa-bd81-c474b106061f" providerId="ADAL" clId="{7D569AB3-D667-4D0D-BA14-8299232A3581}" dt="2023-10-19T02:14:20.362" v="161"/>
          <ac:spMkLst>
            <pc:docMk/>
            <pc:sldMk cId="2825317862" sldId="265"/>
            <ac:spMk id="3" creationId="{88B50A73-C5BD-E2BF-15BC-AF6CFC145DCA}"/>
          </ac:spMkLst>
        </pc:spChg>
        <pc:spChg chg="del">
          <ac:chgData name="Lois Suter" userId="005a26f9-6f86-4bfa-bd81-c474b106061f" providerId="ADAL" clId="{7D569AB3-D667-4D0D-BA14-8299232A3581}" dt="2023-10-19T02:14:42.508" v="162"/>
          <ac:spMkLst>
            <pc:docMk/>
            <pc:sldMk cId="2825317862" sldId="265"/>
            <ac:spMk id="4" creationId="{E8076579-F071-24F5-BBCA-4945DF1FA57D}"/>
          </ac:spMkLst>
        </pc:spChg>
        <pc:spChg chg="add del mod">
          <ac:chgData name="Lois Suter" userId="005a26f9-6f86-4bfa-bd81-c474b106061f" providerId="ADAL" clId="{7D569AB3-D667-4D0D-BA14-8299232A3581}" dt="2023-10-19T02:20:38.983" v="180" actId="478"/>
          <ac:spMkLst>
            <pc:docMk/>
            <pc:sldMk cId="2825317862" sldId="265"/>
            <ac:spMk id="12" creationId="{CBA6898A-A2B3-D315-9B2C-407F57E778DF}"/>
          </ac:spMkLst>
        </pc:spChg>
        <pc:picChg chg="add mod">
          <ac:chgData name="Lois Suter" userId="005a26f9-6f86-4bfa-bd81-c474b106061f" providerId="ADAL" clId="{7D569AB3-D667-4D0D-BA14-8299232A3581}" dt="2023-10-19T04:12:13.482" v="736" actId="1076"/>
          <ac:picMkLst>
            <pc:docMk/>
            <pc:sldMk cId="2825317862" sldId="265"/>
            <ac:picMk id="6" creationId="{A58F5B81-32AB-A77C-D15B-02E3330AC9F5}"/>
          </ac:picMkLst>
        </pc:picChg>
        <pc:picChg chg="add del mod">
          <ac:chgData name="Lois Suter" userId="005a26f9-6f86-4bfa-bd81-c474b106061f" providerId="ADAL" clId="{7D569AB3-D667-4D0D-BA14-8299232A3581}" dt="2023-10-19T02:20:33.025" v="178" actId="478"/>
          <ac:picMkLst>
            <pc:docMk/>
            <pc:sldMk cId="2825317862" sldId="265"/>
            <ac:picMk id="7" creationId="{B2B552EB-5962-7EEB-40FD-EDDD2345D5C4}"/>
          </ac:picMkLst>
        </pc:picChg>
        <pc:picChg chg="add mod">
          <ac:chgData name="Lois Suter" userId="005a26f9-6f86-4bfa-bd81-c474b106061f" providerId="ADAL" clId="{7D569AB3-D667-4D0D-BA14-8299232A3581}" dt="2023-10-19T04:12:05.726" v="734" actId="1076"/>
          <ac:picMkLst>
            <pc:docMk/>
            <pc:sldMk cId="2825317862" sldId="265"/>
            <ac:picMk id="9" creationId="{A697BD92-9340-A262-AC97-D0D171E881BE}"/>
          </ac:picMkLst>
        </pc:picChg>
        <pc:picChg chg="add mod">
          <ac:chgData name="Lois Suter" userId="005a26f9-6f86-4bfa-bd81-c474b106061f" providerId="ADAL" clId="{7D569AB3-D667-4D0D-BA14-8299232A3581}" dt="2023-10-19T04:12:11.099" v="735" actId="1076"/>
          <ac:picMkLst>
            <pc:docMk/>
            <pc:sldMk cId="2825317862" sldId="265"/>
            <ac:picMk id="10" creationId="{E38D426F-6593-A55B-9161-8DD9E1C9DF17}"/>
          </ac:picMkLst>
        </pc:picChg>
      </pc:sldChg>
      <pc:sldChg chg="add del">
        <pc:chgData name="Lois Suter" userId="005a26f9-6f86-4bfa-bd81-c474b106061f" providerId="ADAL" clId="{7D569AB3-D667-4D0D-BA14-8299232A3581}" dt="2023-10-19T04:39:57.638" v="1561" actId="47"/>
        <pc:sldMkLst>
          <pc:docMk/>
          <pc:sldMk cId="3426334642" sldId="266"/>
        </pc:sldMkLst>
      </pc:sldChg>
      <pc:sldChg chg="add del">
        <pc:chgData name="Lois Suter" userId="005a26f9-6f86-4bfa-bd81-c474b106061f" providerId="ADAL" clId="{7D569AB3-D667-4D0D-BA14-8299232A3581}" dt="2023-10-19T02:07:39.709" v="2"/>
        <pc:sldMkLst>
          <pc:docMk/>
          <pc:sldMk cId="2601692196" sldId="2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9FEC3D-B5D9-415F-9F6F-08AC2A59096D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657645-0243-46BC-AFED-2AA31D1DBA37}">
      <dgm:prSet phldrT="[Text]" custT="1"/>
      <dgm:spPr/>
      <dgm:t>
        <a:bodyPr/>
        <a:lstStyle/>
        <a:p>
          <a:r>
            <a:rPr lang="en-US" sz="1800" b="1" dirty="0">
              <a:solidFill>
                <a:schemeClr val="accent6">
                  <a:lumMod val="10000"/>
                </a:schemeClr>
              </a:solidFill>
            </a:rPr>
            <a:t>What is the purpose of presenting?</a:t>
          </a:r>
        </a:p>
      </dgm:t>
    </dgm:pt>
    <dgm:pt modelId="{F3270630-D51C-400D-B269-373C4FED1D50}" type="parTrans" cxnId="{2EB4E4DD-D6DC-4A93-87C7-75C34C48F2A0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0EE9DCE3-77F1-4FFF-AC69-4B91E9E5A4C2}" type="sibTrans" cxnId="{2EB4E4DD-D6DC-4A93-87C7-75C34C48F2A0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DA3DE0D9-8F5A-4E87-9B28-C3D32D94A693}">
      <dgm:prSet phldrT="[Text]" custT="1"/>
      <dgm:spPr/>
      <dgm:t>
        <a:bodyPr/>
        <a:lstStyle/>
        <a:p>
          <a:r>
            <a:rPr lang="en-US" sz="1800" b="1" dirty="0">
              <a:solidFill>
                <a:schemeClr val="accent6">
                  <a:lumMod val="10000"/>
                </a:schemeClr>
              </a:solidFill>
            </a:rPr>
            <a:t>What is the desired takeaway for your audience?</a:t>
          </a:r>
        </a:p>
      </dgm:t>
    </dgm:pt>
    <dgm:pt modelId="{1D1A337B-41BC-47CC-9232-9BB911EE5E16}" type="parTrans" cxnId="{B74A0FDD-E940-400D-AB39-E1B4F6AE8A78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56C51BE6-51A8-4938-8749-69FE75793D27}" type="sibTrans" cxnId="{B74A0FDD-E940-400D-AB39-E1B4F6AE8A78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0E644FFB-AB90-480A-B0A2-8979E79D4315}">
      <dgm:prSet phldrT="[Text]" custT="1"/>
      <dgm:spPr/>
      <dgm:t>
        <a:bodyPr/>
        <a:lstStyle/>
        <a:p>
          <a:r>
            <a:rPr lang="en-US" sz="1800" b="1" dirty="0">
              <a:solidFill>
                <a:schemeClr val="accent6">
                  <a:lumMod val="10000"/>
                </a:schemeClr>
              </a:solidFill>
            </a:rPr>
            <a:t>What can you know about your audience before?</a:t>
          </a:r>
        </a:p>
      </dgm:t>
    </dgm:pt>
    <dgm:pt modelId="{F6D3A79E-A48F-4283-BE16-B2352BA0BCC9}" type="parTrans" cxnId="{05CD4118-2138-4A4F-BB5F-0791A61D5522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46CE9001-FA60-462A-BC10-1C45C5FFC10B}" type="sibTrans" cxnId="{05CD4118-2138-4A4F-BB5F-0791A61D5522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E98B1582-2982-4C59-84B7-A530236DE276}">
      <dgm:prSet phldrT="[Text]" custT="1"/>
      <dgm:spPr/>
      <dgm:t>
        <a:bodyPr/>
        <a:lstStyle/>
        <a:p>
          <a:r>
            <a:rPr lang="en-US" sz="1800" b="1" dirty="0">
              <a:solidFill>
                <a:schemeClr val="accent6">
                  <a:lumMod val="10000"/>
                </a:schemeClr>
              </a:solidFill>
            </a:rPr>
            <a:t>What does your audience want from your presentation?</a:t>
          </a:r>
        </a:p>
      </dgm:t>
    </dgm:pt>
    <dgm:pt modelId="{A4CD8D65-0EB8-4E8A-A934-5427A43DD4BF}" type="parTrans" cxnId="{A93B6217-C857-49CF-92B8-4DA516B5DF6E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6E2FC240-338A-4C65-B822-085648474F72}" type="sibTrans" cxnId="{A93B6217-C857-49CF-92B8-4DA516B5DF6E}">
      <dgm:prSet/>
      <dgm:spPr/>
      <dgm:t>
        <a:bodyPr/>
        <a:lstStyle/>
        <a:p>
          <a:endParaRPr lang="en-US" sz="1050" b="1">
            <a:solidFill>
              <a:schemeClr val="accent6">
                <a:lumMod val="10000"/>
              </a:schemeClr>
            </a:solidFill>
          </a:endParaRPr>
        </a:p>
      </dgm:t>
    </dgm:pt>
    <dgm:pt modelId="{393336C6-7B44-4083-9555-2794DEB73D23}" type="pres">
      <dgm:prSet presAssocID="{1A9FEC3D-B5D9-415F-9F6F-08AC2A59096D}" presName="Name0" presStyleCnt="0">
        <dgm:presLayoutVars>
          <dgm:dir/>
        </dgm:presLayoutVars>
      </dgm:prSet>
      <dgm:spPr/>
    </dgm:pt>
    <dgm:pt modelId="{A0A5464B-80BB-4B5C-BA4F-A6FB2BB07998}" type="pres">
      <dgm:prSet presAssocID="{83657645-0243-46BC-AFED-2AA31D1DBA37}" presName="noChildren" presStyleCnt="0"/>
      <dgm:spPr/>
    </dgm:pt>
    <dgm:pt modelId="{DFAFCBCC-DB97-4A19-9AD4-ADA1524C88E0}" type="pres">
      <dgm:prSet presAssocID="{83657645-0243-46BC-AFED-2AA31D1DBA37}" presName="gap" presStyleCnt="0"/>
      <dgm:spPr/>
    </dgm:pt>
    <dgm:pt modelId="{5FAF56EC-5D63-4431-90F4-6836969A8865}" type="pres">
      <dgm:prSet presAssocID="{83657645-0243-46BC-AFED-2AA31D1DBA37}" presName="medCircle2" presStyleLbl="vennNode1" presStyleIdx="0" presStyleCnt="4"/>
      <dgm:spPr/>
    </dgm:pt>
    <dgm:pt modelId="{476A398D-2C08-4680-A1E6-4767A82C5D31}" type="pres">
      <dgm:prSet presAssocID="{83657645-0243-46BC-AFED-2AA31D1DBA37}" presName="txLvlOnly1" presStyleLbl="revTx" presStyleIdx="0" presStyleCnt="4"/>
      <dgm:spPr/>
    </dgm:pt>
    <dgm:pt modelId="{50F39F0D-EC07-480D-AAD2-9E52EB9F385F}" type="pres">
      <dgm:prSet presAssocID="{DA3DE0D9-8F5A-4E87-9B28-C3D32D94A693}" presName="noChildren" presStyleCnt="0"/>
      <dgm:spPr/>
    </dgm:pt>
    <dgm:pt modelId="{FC29BA1C-68C4-4126-9CC5-7A164921E140}" type="pres">
      <dgm:prSet presAssocID="{DA3DE0D9-8F5A-4E87-9B28-C3D32D94A693}" presName="gap" presStyleCnt="0"/>
      <dgm:spPr/>
    </dgm:pt>
    <dgm:pt modelId="{F08A18F1-8E68-4EA4-81DA-1B5627607929}" type="pres">
      <dgm:prSet presAssocID="{DA3DE0D9-8F5A-4E87-9B28-C3D32D94A693}" presName="medCircle2" presStyleLbl="vennNode1" presStyleIdx="1" presStyleCnt="4"/>
      <dgm:spPr/>
    </dgm:pt>
    <dgm:pt modelId="{44B59E1C-1D1F-491D-AA45-69B710A43C65}" type="pres">
      <dgm:prSet presAssocID="{DA3DE0D9-8F5A-4E87-9B28-C3D32D94A693}" presName="txLvlOnly1" presStyleLbl="revTx" presStyleIdx="1" presStyleCnt="4"/>
      <dgm:spPr/>
    </dgm:pt>
    <dgm:pt modelId="{71F437BD-CE2D-4571-9DEA-5E237DF1A918}" type="pres">
      <dgm:prSet presAssocID="{0E644FFB-AB90-480A-B0A2-8979E79D4315}" presName="noChildren" presStyleCnt="0"/>
      <dgm:spPr/>
    </dgm:pt>
    <dgm:pt modelId="{4473183B-F519-4098-9C4A-15DC17A695FC}" type="pres">
      <dgm:prSet presAssocID="{0E644FFB-AB90-480A-B0A2-8979E79D4315}" presName="gap" presStyleCnt="0"/>
      <dgm:spPr/>
    </dgm:pt>
    <dgm:pt modelId="{3E830178-CFA9-4441-8443-3A71511B0B9B}" type="pres">
      <dgm:prSet presAssocID="{0E644FFB-AB90-480A-B0A2-8979E79D4315}" presName="medCircle2" presStyleLbl="vennNode1" presStyleIdx="2" presStyleCnt="4"/>
      <dgm:spPr/>
    </dgm:pt>
    <dgm:pt modelId="{917EEB1C-F82E-466E-BF6B-7E087B599F25}" type="pres">
      <dgm:prSet presAssocID="{0E644FFB-AB90-480A-B0A2-8979E79D4315}" presName="txLvlOnly1" presStyleLbl="revTx" presStyleIdx="2" presStyleCnt="4"/>
      <dgm:spPr/>
    </dgm:pt>
    <dgm:pt modelId="{427E51F4-A66D-47C7-AABF-2227E0D15435}" type="pres">
      <dgm:prSet presAssocID="{E98B1582-2982-4C59-84B7-A530236DE276}" presName="noChildren" presStyleCnt="0"/>
      <dgm:spPr/>
    </dgm:pt>
    <dgm:pt modelId="{5537B854-B8DB-43AF-8A3D-239CBACCA185}" type="pres">
      <dgm:prSet presAssocID="{E98B1582-2982-4C59-84B7-A530236DE276}" presName="gap" presStyleCnt="0"/>
      <dgm:spPr/>
    </dgm:pt>
    <dgm:pt modelId="{337CB056-E072-438A-8463-25958C522947}" type="pres">
      <dgm:prSet presAssocID="{E98B1582-2982-4C59-84B7-A530236DE276}" presName="medCircle2" presStyleLbl="vennNode1" presStyleIdx="3" presStyleCnt="4"/>
      <dgm:spPr/>
    </dgm:pt>
    <dgm:pt modelId="{6947D74F-7533-4AEB-87BB-10430D6773C6}" type="pres">
      <dgm:prSet presAssocID="{E98B1582-2982-4C59-84B7-A530236DE276}" presName="txLvlOnly1" presStyleLbl="revTx" presStyleIdx="3" presStyleCnt="4"/>
      <dgm:spPr/>
    </dgm:pt>
  </dgm:ptLst>
  <dgm:cxnLst>
    <dgm:cxn modelId="{82C36501-932E-41CD-BB20-5BE024ED9D3A}" type="presOf" srcId="{83657645-0243-46BC-AFED-2AA31D1DBA37}" destId="{476A398D-2C08-4680-A1E6-4767A82C5D31}" srcOrd="0" destOrd="0" presId="urn:microsoft.com/office/officeart/2008/layout/VerticalCircleList"/>
    <dgm:cxn modelId="{A93B6217-C857-49CF-92B8-4DA516B5DF6E}" srcId="{1A9FEC3D-B5D9-415F-9F6F-08AC2A59096D}" destId="{E98B1582-2982-4C59-84B7-A530236DE276}" srcOrd="3" destOrd="0" parTransId="{A4CD8D65-0EB8-4E8A-A934-5427A43DD4BF}" sibTransId="{6E2FC240-338A-4C65-B822-085648474F72}"/>
    <dgm:cxn modelId="{05CD4118-2138-4A4F-BB5F-0791A61D5522}" srcId="{1A9FEC3D-B5D9-415F-9F6F-08AC2A59096D}" destId="{0E644FFB-AB90-480A-B0A2-8979E79D4315}" srcOrd="2" destOrd="0" parTransId="{F6D3A79E-A48F-4283-BE16-B2352BA0BCC9}" sibTransId="{46CE9001-FA60-462A-BC10-1C45C5FFC10B}"/>
    <dgm:cxn modelId="{6C771620-BE76-4BE6-A126-CDD2DEE0B9C6}" type="presOf" srcId="{DA3DE0D9-8F5A-4E87-9B28-C3D32D94A693}" destId="{44B59E1C-1D1F-491D-AA45-69B710A43C65}" srcOrd="0" destOrd="0" presId="urn:microsoft.com/office/officeart/2008/layout/VerticalCircleList"/>
    <dgm:cxn modelId="{6E795175-DAF0-4B38-A98E-3B30CAFC31CC}" type="presOf" srcId="{E98B1582-2982-4C59-84B7-A530236DE276}" destId="{6947D74F-7533-4AEB-87BB-10430D6773C6}" srcOrd="0" destOrd="0" presId="urn:microsoft.com/office/officeart/2008/layout/VerticalCircleList"/>
    <dgm:cxn modelId="{73D2BEAF-C9E1-433A-B588-E8CC7DAA6205}" type="presOf" srcId="{1A9FEC3D-B5D9-415F-9F6F-08AC2A59096D}" destId="{393336C6-7B44-4083-9555-2794DEB73D23}" srcOrd="0" destOrd="0" presId="urn:microsoft.com/office/officeart/2008/layout/VerticalCircleList"/>
    <dgm:cxn modelId="{786C88BC-4D2B-46B6-B16D-893626126932}" type="presOf" srcId="{0E644FFB-AB90-480A-B0A2-8979E79D4315}" destId="{917EEB1C-F82E-466E-BF6B-7E087B599F25}" srcOrd="0" destOrd="0" presId="urn:microsoft.com/office/officeart/2008/layout/VerticalCircleList"/>
    <dgm:cxn modelId="{B74A0FDD-E940-400D-AB39-E1B4F6AE8A78}" srcId="{1A9FEC3D-B5D9-415F-9F6F-08AC2A59096D}" destId="{DA3DE0D9-8F5A-4E87-9B28-C3D32D94A693}" srcOrd="1" destOrd="0" parTransId="{1D1A337B-41BC-47CC-9232-9BB911EE5E16}" sibTransId="{56C51BE6-51A8-4938-8749-69FE75793D27}"/>
    <dgm:cxn modelId="{2EB4E4DD-D6DC-4A93-87C7-75C34C48F2A0}" srcId="{1A9FEC3D-B5D9-415F-9F6F-08AC2A59096D}" destId="{83657645-0243-46BC-AFED-2AA31D1DBA37}" srcOrd="0" destOrd="0" parTransId="{F3270630-D51C-400D-B269-373C4FED1D50}" sibTransId="{0EE9DCE3-77F1-4FFF-AC69-4B91E9E5A4C2}"/>
    <dgm:cxn modelId="{E1FC35F5-8075-4B7A-B27D-F7752075EF1A}" type="presParOf" srcId="{393336C6-7B44-4083-9555-2794DEB73D23}" destId="{A0A5464B-80BB-4B5C-BA4F-A6FB2BB07998}" srcOrd="0" destOrd="0" presId="urn:microsoft.com/office/officeart/2008/layout/VerticalCircleList"/>
    <dgm:cxn modelId="{366571AB-A3CA-4561-9E43-E4349C956325}" type="presParOf" srcId="{A0A5464B-80BB-4B5C-BA4F-A6FB2BB07998}" destId="{DFAFCBCC-DB97-4A19-9AD4-ADA1524C88E0}" srcOrd="0" destOrd="0" presId="urn:microsoft.com/office/officeart/2008/layout/VerticalCircleList"/>
    <dgm:cxn modelId="{965D5A87-3CF1-4455-8E24-199067B2E553}" type="presParOf" srcId="{A0A5464B-80BB-4B5C-BA4F-A6FB2BB07998}" destId="{5FAF56EC-5D63-4431-90F4-6836969A8865}" srcOrd="1" destOrd="0" presId="urn:microsoft.com/office/officeart/2008/layout/VerticalCircleList"/>
    <dgm:cxn modelId="{35B0AACD-268E-4E5E-BB49-B460F7ECF0AE}" type="presParOf" srcId="{A0A5464B-80BB-4B5C-BA4F-A6FB2BB07998}" destId="{476A398D-2C08-4680-A1E6-4767A82C5D31}" srcOrd="2" destOrd="0" presId="urn:microsoft.com/office/officeart/2008/layout/VerticalCircleList"/>
    <dgm:cxn modelId="{E71034A1-76FA-4E91-BDE7-3918F01D3423}" type="presParOf" srcId="{393336C6-7B44-4083-9555-2794DEB73D23}" destId="{50F39F0D-EC07-480D-AAD2-9E52EB9F385F}" srcOrd="1" destOrd="0" presId="urn:microsoft.com/office/officeart/2008/layout/VerticalCircleList"/>
    <dgm:cxn modelId="{C57DD9A6-C74B-46A6-9F50-FB0FCDB3BBDB}" type="presParOf" srcId="{50F39F0D-EC07-480D-AAD2-9E52EB9F385F}" destId="{FC29BA1C-68C4-4126-9CC5-7A164921E140}" srcOrd="0" destOrd="0" presId="urn:microsoft.com/office/officeart/2008/layout/VerticalCircleList"/>
    <dgm:cxn modelId="{33D2CCC3-0A5B-4F2A-8F85-86724B8A96FC}" type="presParOf" srcId="{50F39F0D-EC07-480D-AAD2-9E52EB9F385F}" destId="{F08A18F1-8E68-4EA4-81DA-1B5627607929}" srcOrd="1" destOrd="0" presId="urn:microsoft.com/office/officeart/2008/layout/VerticalCircleList"/>
    <dgm:cxn modelId="{9A39A4B3-E72E-46F6-875D-64EF1D8B78E7}" type="presParOf" srcId="{50F39F0D-EC07-480D-AAD2-9E52EB9F385F}" destId="{44B59E1C-1D1F-491D-AA45-69B710A43C65}" srcOrd="2" destOrd="0" presId="urn:microsoft.com/office/officeart/2008/layout/VerticalCircleList"/>
    <dgm:cxn modelId="{77BD7CE0-3E0B-4DF9-A608-C0ADB0B07C2C}" type="presParOf" srcId="{393336C6-7B44-4083-9555-2794DEB73D23}" destId="{71F437BD-CE2D-4571-9DEA-5E237DF1A918}" srcOrd="2" destOrd="0" presId="urn:microsoft.com/office/officeart/2008/layout/VerticalCircleList"/>
    <dgm:cxn modelId="{6ADE35F1-057B-48AA-AABA-674211BB92B9}" type="presParOf" srcId="{71F437BD-CE2D-4571-9DEA-5E237DF1A918}" destId="{4473183B-F519-4098-9C4A-15DC17A695FC}" srcOrd="0" destOrd="0" presId="urn:microsoft.com/office/officeart/2008/layout/VerticalCircleList"/>
    <dgm:cxn modelId="{78F501FB-B701-4CB4-94F5-AF01008B0AB9}" type="presParOf" srcId="{71F437BD-CE2D-4571-9DEA-5E237DF1A918}" destId="{3E830178-CFA9-4441-8443-3A71511B0B9B}" srcOrd="1" destOrd="0" presId="urn:microsoft.com/office/officeart/2008/layout/VerticalCircleList"/>
    <dgm:cxn modelId="{BB894A44-CF69-4066-A4FA-339F38CE41EA}" type="presParOf" srcId="{71F437BD-CE2D-4571-9DEA-5E237DF1A918}" destId="{917EEB1C-F82E-466E-BF6B-7E087B599F25}" srcOrd="2" destOrd="0" presId="urn:microsoft.com/office/officeart/2008/layout/VerticalCircleList"/>
    <dgm:cxn modelId="{D550BC16-9AE3-4A16-AC4B-A68E5D158AFE}" type="presParOf" srcId="{393336C6-7B44-4083-9555-2794DEB73D23}" destId="{427E51F4-A66D-47C7-AABF-2227E0D15435}" srcOrd="3" destOrd="0" presId="urn:microsoft.com/office/officeart/2008/layout/VerticalCircleList"/>
    <dgm:cxn modelId="{0B9D38D7-A94C-4BA7-A714-675111CE9F7F}" type="presParOf" srcId="{427E51F4-A66D-47C7-AABF-2227E0D15435}" destId="{5537B854-B8DB-43AF-8A3D-239CBACCA185}" srcOrd="0" destOrd="0" presId="urn:microsoft.com/office/officeart/2008/layout/VerticalCircleList"/>
    <dgm:cxn modelId="{C94091F3-5450-4D79-AF33-BEFCE82205E6}" type="presParOf" srcId="{427E51F4-A66D-47C7-AABF-2227E0D15435}" destId="{337CB056-E072-438A-8463-25958C522947}" srcOrd="1" destOrd="0" presId="urn:microsoft.com/office/officeart/2008/layout/VerticalCircleList"/>
    <dgm:cxn modelId="{596B43F8-5C18-4CC9-B762-F9B9F1E619D1}" type="presParOf" srcId="{427E51F4-A66D-47C7-AABF-2227E0D15435}" destId="{6947D74F-7533-4AEB-87BB-10430D6773C6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A22C58-9451-4D23-814B-5BE46CEFE92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9AB265-1B2E-4149-8D0B-B91E51308A8D}">
      <dgm:prSet phldrT="[Text]"/>
      <dgm:spPr/>
      <dgm:t>
        <a:bodyPr/>
        <a:lstStyle/>
        <a:p>
          <a:r>
            <a:rPr lang="en-US" b="1" dirty="0"/>
            <a:t>Introduction</a:t>
          </a:r>
        </a:p>
      </dgm:t>
    </dgm:pt>
    <dgm:pt modelId="{F10EAEBF-3574-497F-9378-CC2F49CF4979}" type="parTrans" cxnId="{A53D8614-FF79-4B01-A720-3F37C77A07C6}">
      <dgm:prSet/>
      <dgm:spPr/>
      <dgm:t>
        <a:bodyPr/>
        <a:lstStyle/>
        <a:p>
          <a:endParaRPr lang="en-US" b="1"/>
        </a:p>
      </dgm:t>
    </dgm:pt>
    <dgm:pt modelId="{59C392C7-EF7A-4990-94DD-20F0A62ACD84}" type="sibTrans" cxnId="{A53D8614-FF79-4B01-A720-3F37C77A07C6}">
      <dgm:prSet/>
      <dgm:spPr/>
      <dgm:t>
        <a:bodyPr/>
        <a:lstStyle/>
        <a:p>
          <a:endParaRPr lang="en-US" b="1"/>
        </a:p>
      </dgm:t>
    </dgm:pt>
    <dgm:pt modelId="{AB003B74-4C3C-4D88-8FA5-94148BFF1E54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Hook your audience</a:t>
          </a:r>
        </a:p>
      </dgm:t>
    </dgm:pt>
    <dgm:pt modelId="{5CD4C516-3798-411E-A67A-E1016E0323FF}" type="parTrans" cxnId="{B12B0808-D279-4B82-86FB-B0FA00B48144}">
      <dgm:prSet/>
      <dgm:spPr/>
      <dgm:t>
        <a:bodyPr/>
        <a:lstStyle/>
        <a:p>
          <a:endParaRPr lang="en-US" b="1"/>
        </a:p>
      </dgm:t>
    </dgm:pt>
    <dgm:pt modelId="{E4804EDE-D4E0-4CF4-8678-73EDD0349FC0}" type="sibTrans" cxnId="{B12B0808-D279-4B82-86FB-B0FA00B48144}">
      <dgm:prSet/>
      <dgm:spPr/>
      <dgm:t>
        <a:bodyPr/>
        <a:lstStyle/>
        <a:p>
          <a:endParaRPr lang="en-US" b="1"/>
        </a:p>
      </dgm:t>
    </dgm:pt>
    <dgm:pt modelId="{3FE545A0-1327-4210-B55A-1D75C1629616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Thesis Statement</a:t>
          </a:r>
        </a:p>
      </dgm:t>
    </dgm:pt>
    <dgm:pt modelId="{C8D025A7-AEE9-4953-8616-1173AC2E05CE}" type="parTrans" cxnId="{D64857DC-F26D-4455-8310-F5F34EDE8388}">
      <dgm:prSet/>
      <dgm:spPr/>
      <dgm:t>
        <a:bodyPr/>
        <a:lstStyle/>
        <a:p>
          <a:endParaRPr lang="en-US" b="1"/>
        </a:p>
      </dgm:t>
    </dgm:pt>
    <dgm:pt modelId="{15E55EDA-5FC3-4FE4-9722-E5D0F246D43A}" type="sibTrans" cxnId="{D64857DC-F26D-4455-8310-F5F34EDE8388}">
      <dgm:prSet/>
      <dgm:spPr/>
      <dgm:t>
        <a:bodyPr/>
        <a:lstStyle/>
        <a:p>
          <a:endParaRPr lang="en-US" b="1"/>
        </a:p>
      </dgm:t>
    </dgm:pt>
    <dgm:pt modelId="{F53E06A6-3ACA-44C0-9255-746DEF93C1B2}">
      <dgm:prSet phldrT="[Text]"/>
      <dgm:spPr/>
      <dgm:t>
        <a:bodyPr/>
        <a:lstStyle/>
        <a:p>
          <a:r>
            <a:rPr lang="en-US" b="1" dirty="0"/>
            <a:t>Body Paragraph 1</a:t>
          </a:r>
        </a:p>
      </dgm:t>
    </dgm:pt>
    <dgm:pt modelId="{3489DE5D-0916-49CD-B21D-A49655074DB0}" type="parTrans" cxnId="{39063246-9633-4896-9A4C-B5ED6ED9D3C6}">
      <dgm:prSet/>
      <dgm:spPr/>
      <dgm:t>
        <a:bodyPr/>
        <a:lstStyle/>
        <a:p>
          <a:endParaRPr lang="en-US" b="1"/>
        </a:p>
      </dgm:t>
    </dgm:pt>
    <dgm:pt modelId="{007E6C6A-FD32-476E-A087-4A4771DE9E4E}" type="sibTrans" cxnId="{39063246-9633-4896-9A4C-B5ED6ED9D3C6}">
      <dgm:prSet/>
      <dgm:spPr/>
      <dgm:t>
        <a:bodyPr/>
        <a:lstStyle/>
        <a:p>
          <a:endParaRPr lang="en-US" b="1"/>
        </a:p>
      </dgm:t>
    </dgm:pt>
    <dgm:pt modelId="{D33393BA-B664-4793-915A-59CC3F423020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Evidence that supports thesis</a:t>
          </a:r>
        </a:p>
      </dgm:t>
    </dgm:pt>
    <dgm:pt modelId="{9734D070-2E37-4C2D-BBA6-2C0B832FBE8D}" type="parTrans" cxnId="{7FA56814-822C-4C56-BB4F-2FDCC6E41CE1}">
      <dgm:prSet/>
      <dgm:spPr/>
      <dgm:t>
        <a:bodyPr/>
        <a:lstStyle/>
        <a:p>
          <a:endParaRPr lang="en-US" b="1"/>
        </a:p>
      </dgm:t>
    </dgm:pt>
    <dgm:pt modelId="{351D8DA5-6505-4FA7-B0EF-44B214AF4A77}" type="sibTrans" cxnId="{7FA56814-822C-4C56-BB4F-2FDCC6E41CE1}">
      <dgm:prSet/>
      <dgm:spPr/>
      <dgm:t>
        <a:bodyPr/>
        <a:lstStyle/>
        <a:p>
          <a:endParaRPr lang="en-US" b="1"/>
        </a:p>
      </dgm:t>
    </dgm:pt>
    <dgm:pt modelId="{2D832040-4925-4E75-8AB3-E064406F69C6}">
      <dgm:prSet phldrT="[Text]"/>
      <dgm:spPr/>
      <dgm:t>
        <a:bodyPr/>
        <a:lstStyle/>
        <a:p>
          <a:r>
            <a:rPr lang="en-US" b="1" dirty="0"/>
            <a:t>Body Paragraph 2</a:t>
          </a:r>
        </a:p>
      </dgm:t>
    </dgm:pt>
    <dgm:pt modelId="{1DEE4480-E049-46DA-939E-631030C071FA}" type="parTrans" cxnId="{F2009CC6-549B-4B42-B968-1993268FA398}">
      <dgm:prSet/>
      <dgm:spPr/>
      <dgm:t>
        <a:bodyPr/>
        <a:lstStyle/>
        <a:p>
          <a:endParaRPr lang="en-US" b="1"/>
        </a:p>
      </dgm:t>
    </dgm:pt>
    <dgm:pt modelId="{D77FC341-90DB-4B83-B8A3-AC37B083DE01}" type="sibTrans" cxnId="{F2009CC6-549B-4B42-B968-1993268FA398}">
      <dgm:prSet/>
      <dgm:spPr/>
      <dgm:t>
        <a:bodyPr/>
        <a:lstStyle/>
        <a:p>
          <a:endParaRPr lang="en-US" b="1"/>
        </a:p>
      </dgm:t>
    </dgm:pt>
    <dgm:pt modelId="{67DEEE39-AF4F-4481-9DDB-3323BE276571}">
      <dgm:prSet phldrT="[Text]"/>
      <dgm:spPr/>
      <dgm:t>
        <a:bodyPr/>
        <a:lstStyle/>
        <a:p>
          <a:r>
            <a:rPr lang="en-US" b="1" dirty="0"/>
            <a:t>Body Paragraph 3</a:t>
          </a:r>
        </a:p>
      </dgm:t>
    </dgm:pt>
    <dgm:pt modelId="{73EFCA77-52DF-4D99-B03F-976B789CAC2B}" type="parTrans" cxnId="{E832B78E-4E99-4CA4-A733-FAD022D72893}">
      <dgm:prSet/>
      <dgm:spPr/>
      <dgm:t>
        <a:bodyPr/>
        <a:lstStyle/>
        <a:p>
          <a:endParaRPr lang="en-US" b="1"/>
        </a:p>
      </dgm:t>
    </dgm:pt>
    <dgm:pt modelId="{3842AE15-C51B-4212-916D-AA19924BD12E}" type="sibTrans" cxnId="{E832B78E-4E99-4CA4-A733-FAD022D72893}">
      <dgm:prSet/>
      <dgm:spPr/>
      <dgm:t>
        <a:bodyPr/>
        <a:lstStyle/>
        <a:p>
          <a:endParaRPr lang="en-US" b="1"/>
        </a:p>
      </dgm:t>
    </dgm:pt>
    <dgm:pt modelId="{91651737-0A68-4CE7-A082-635D7A0F357B}">
      <dgm:prSet phldrT="[Text]"/>
      <dgm:spPr/>
      <dgm:t>
        <a:bodyPr/>
        <a:lstStyle/>
        <a:p>
          <a:r>
            <a:rPr lang="en-US" b="1" dirty="0"/>
            <a:t>Conclusion Paragraph</a:t>
          </a:r>
        </a:p>
      </dgm:t>
    </dgm:pt>
    <dgm:pt modelId="{C534FE12-A018-4AD8-8884-C0C9FD7586B5}" type="parTrans" cxnId="{9E97BCEF-4F72-4FC6-8EEA-ACD133809B5E}">
      <dgm:prSet/>
      <dgm:spPr/>
      <dgm:t>
        <a:bodyPr/>
        <a:lstStyle/>
        <a:p>
          <a:endParaRPr lang="en-US" b="1"/>
        </a:p>
      </dgm:t>
    </dgm:pt>
    <dgm:pt modelId="{EB542076-C18D-4518-B147-485DF489AA03}" type="sibTrans" cxnId="{9E97BCEF-4F72-4FC6-8EEA-ACD133809B5E}">
      <dgm:prSet/>
      <dgm:spPr/>
      <dgm:t>
        <a:bodyPr/>
        <a:lstStyle/>
        <a:p>
          <a:endParaRPr lang="en-US" b="1"/>
        </a:p>
      </dgm:t>
    </dgm:pt>
    <dgm:pt modelId="{5731B852-C061-43E4-9269-0953AEB791A0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What is the problem/question?</a:t>
          </a:r>
        </a:p>
      </dgm:t>
    </dgm:pt>
    <dgm:pt modelId="{0D2685D0-FBDF-4223-84C0-EEFF9F2C6FD2}" type="parTrans" cxnId="{93C6F4C2-8DF5-4AC5-BEC4-95C15C67017E}">
      <dgm:prSet/>
      <dgm:spPr/>
      <dgm:t>
        <a:bodyPr/>
        <a:lstStyle/>
        <a:p>
          <a:endParaRPr lang="en-US" b="1"/>
        </a:p>
      </dgm:t>
    </dgm:pt>
    <dgm:pt modelId="{706C7C81-B236-4759-AE54-A250DE2D3D80}" type="sibTrans" cxnId="{93C6F4C2-8DF5-4AC5-BEC4-95C15C67017E}">
      <dgm:prSet/>
      <dgm:spPr/>
      <dgm:t>
        <a:bodyPr/>
        <a:lstStyle/>
        <a:p>
          <a:endParaRPr lang="en-US" b="1"/>
        </a:p>
      </dgm:t>
    </dgm:pt>
    <dgm:pt modelId="{7509651F-4C65-4C7D-8B44-8C212152DD7E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Argument Overview</a:t>
          </a:r>
        </a:p>
      </dgm:t>
    </dgm:pt>
    <dgm:pt modelId="{9E5B3EB7-699F-4F41-AAA6-E9C70FBE8251}" type="parTrans" cxnId="{92FE9223-B904-4D28-A1EA-AE0ADBFBE5B0}">
      <dgm:prSet/>
      <dgm:spPr/>
      <dgm:t>
        <a:bodyPr/>
        <a:lstStyle/>
        <a:p>
          <a:endParaRPr lang="en-US" b="1"/>
        </a:p>
      </dgm:t>
    </dgm:pt>
    <dgm:pt modelId="{355A5520-FDC8-4F3B-B13E-CDE99FAF5A3B}" type="sibTrans" cxnId="{92FE9223-B904-4D28-A1EA-AE0ADBFBE5B0}">
      <dgm:prSet/>
      <dgm:spPr/>
      <dgm:t>
        <a:bodyPr/>
        <a:lstStyle/>
        <a:p>
          <a:endParaRPr lang="en-US" b="1"/>
        </a:p>
      </dgm:t>
    </dgm:pt>
    <dgm:pt modelId="{09EA3BE9-A7D9-4D56-9CC2-7C361E00AA71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Evidence that supports thesis</a:t>
          </a:r>
        </a:p>
      </dgm:t>
    </dgm:pt>
    <dgm:pt modelId="{8C540268-60B4-4672-8C2E-1B88200FB857}" type="parTrans" cxnId="{1E03211B-947F-49F3-888F-DF0717C7B96B}">
      <dgm:prSet/>
      <dgm:spPr/>
      <dgm:t>
        <a:bodyPr/>
        <a:lstStyle/>
        <a:p>
          <a:endParaRPr lang="en-US" b="1"/>
        </a:p>
      </dgm:t>
    </dgm:pt>
    <dgm:pt modelId="{339F8E83-8BBD-49FA-8373-9C555EC4E4E4}" type="sibTrans" cxnId="{1E03211B-947F-49F3-888F-DF0717C7B96B}">
      <dgm:prSet/>
      <dgm:spPr/>
      <dgm:t>
        <a:bodyPr/>
        <a:lstStyle/>
        <a:p>
          <a:endParaRPr lang="en-US" b="1"/>
        </a:p>
      </dgm:t>
    </dgm:pt>
    <dgm:pt modelId="{A02FB806-9EEB-4AB3-A311-0BF6BA31DF15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Evidence that supports thesis</a:t>
          </a:r>
        </a:p>
      </dgm:t>
    </dgm:pt>
    <dgm:pt modelId="{E7FDFB00-DD78-4547-93DA-4D6959D9F8BE}" type="parTrans" cxnId="{D0830BA5-3047-4B76-8CD6-FB953DCE2140}">
      <dgm:prSet/>
      <dgm:spPr/>
      <dgm:t>
        <a:bodyPr/>
        <a:lstStyle/>
        <a:p>
          <a:endParaRPr lang="en-US" b="1"/>
        </a:p>
      </dgm:t>
    </dgm:pt>
    <dgm:pt modelId="{770B68F4-CA4C-42E7-AE12-018934EC9317}" type="sibTrans" cxnId="{D0830BA5-3047-4B76-8CD6-FB953DCE2140}">
      <dgm:prSet/>
      <dgm:spPr/>
      <dgm:t>
        <a:bodyPr/>
        <a:lstStyle/>
        <a:p>
          <a:endParaRPr lang="en-US" b="1"/>
        </a:p>
      </dgm:t>
    </dgm:pt>
    <dgm:pt modelId="{4F32782A-6906-415C-AC56-8F5A79B3579D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Call to Action</a:t>
          </a:r>
        </a:p>
      </dgm:t>
    </dgm:pt>
    <dgm:pt modelId="{77B26B8F-3538-473D-B89F-054595E25BF6}" type="parTrans" cxnId="{3A109D12-7481-4098-8832-8DF507280A32}">
      <dgm:prSet/>
      <dgm:spPr/>
      <dgm:t>
        <a:bodyPr/>
        <a:lstStyle/>
        <a:p>
          <a:endParaRPr lang="en-US" b="1"/>
        </a:p>
      </dgm:t>
    </dgm:pt>
    <dgm:pt modelId="{A13E0B2B-41CC-44CC-BF3B-624CAB644B3A}" type="sibTrans" cxnId="{3A109D12-7481-4098-8832-8DF507280A32}">
      <dgm:prSet/>
      <dgm:spPr/>
      <dgm:t>
        <a:bodyPr/>
        <a:lstStyle/>
        <a:p>
          <a:endParaRPr lang="en-US" b="1"/>
        </a:p>
      </dgm:t>
    </dgm:pt>
    <dgm:pt modelId="{CEB3EA70-0575-448D-BBBA-7C7EBAFC53D6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What do you want your audience to walk away with</a:t>
          </a:r>
        </a:p>
      </dgm:t>
    </dgm:pt>
    <dgm:pt modelId="{9C959762-0FED-4985-92BE-56A7A35BFF49}" type="parTrans" cxnId="{42D1ABF0-69E1-4C04-B92B-7406FED78F56}">
      <dgm:prSet/>
      <dgm:spPr/>
      <dgm:t>
        <a:bodyPr/>
        <a:lstStyle/>
        <a:p>
          <a:endParaRPr lang="en-US" b="1"/>
        </a:p>
      </dgm:t>
    </dgm:pt>
    <dgm:pt modelId="{94E3802D-BB95-4318-84D5-2D194B81C823}" type="sibTrans" cxnId="{42D1ABF0-69E1-4C04-B92B-7406FED78F56}">
      <dgm:prSet/>
      <dgm:spPr/>
      <dgm:t>
        <a:bodyPr/>
        <a:lstStyle/>
        <a:p>
          <a:endParaRPr lang="en-US" b="1"/>
        </a:p>
      </dgm:t>
    </dgm:pt>
    <dgm:pt modelId="{E36B0FC9-A887-454C-972A-EF8FF9D40A29}" type="pres">
      <dgm:prSet presAssocID="{EEA22C58-9451-4D23-814B-5BE46CEFE92D}" presName="linear" presStyleCnt="0">
        <dgm:presLayoutVars>
          <dgm:dir/>
          <dgm:animLvl val="lvl"/>
          <dgm:resizeHandles val="exact"/>
        </dgm:presLayoutVars>
      </dgm:prSet>
      <dgm:spPr/>
    </dgm:pt>
    <dgm:pt modelId="{444DF5E3-3CE2-4008-8825-C1FAFD68F5C0}" type="pres">
      <dgm:prSet presAssocID="{2E9AB265-1B2E-4149-8D0B-B91E51308A8D}" presName="parentLin" presStyleCnt="0"/>
      <dgm:spPr/>
    </dgm:pt>
    <dgm:pt modelId="{A7001B80-15F9-4CD2-8B72-C5A9247AF81B}" type="pres">
      <dgm:prSet presAssocID="{2E9AB265-1B2E-4149-8D0B-B91E51308A8D}" presName="parentLeftMargin" presStyleLbl="node1" presStyleIdx="0" presStyleCnt="5"/>
      <dgm:spPr/>
    </dgm:pt>
    <dgm:pt modelId="{5C85B439-89D7-4714-A306-14ED07D92BFA}" type="pres">
      <dgm:prSet presAssocID="{2E9AB265-1B2E-4149-8D0B-B91E51308A8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612D58-A2E0-4D57-A9DB-2A7834A1C746}" type="pres">
      <dgm:prSet presAssocID="{2E9AB265-1B2E-4149-8D0B-B91E51308A8D}" presName="negativeSpace" presStyleCnt="0"/>
      <dgm:spPr/>
    </dgm:pt>
    <dgm:pt modelId="{CCF3D4EA-BA54-47FA-A939-7A14E08A854D}" type="pres">
      <dgm:prSet presAssocID="{2E9AB265-1B2E-4149-8D0B-B91E51308A8D}" presName="childText" presStyleLbl="conFgAcc1" presStyleIdx="0" presStyleCnt="5">
        <dgm:presLayoutVars>
          <dgm:bulletEnabled val="1"/>
        </dgm:presLayoutVars>
      </dgm:prSet>
      <dgm:spPr/>
    </dgm:pt>
    <dgm:pt modelId="{B8E2A05F-60EE-4FD4-83D9-F92E3AA6965D}" type="pres">
      <dgm:prSet presAssocID="{59C392C7-EF7A-4990-94DD-20F0A62ACD84}" presName="spaceBetweenRectangles" presStyleCnt="0"/>
      <dgm:spPr/>
    </dgm:pt>
    <dgm:pt modelId="{1EA654FD-3769-4814-ABF8-F16511641286}" type="pres">
      <dgm:prSet presAssocID="{F53E06A6-3ACA-44C0-9255-746DEF93C1B2}" presName="parentLin" presStyleCnt="0"/>
      <dgm:spPr/>
    </dgm:pt>
    <dgm:pt modelId="{DEF7F551-419D-4714-9E28-59AC8A84ABD6}" type="pres">
      <dgm:prSet presAssocID="{F53E06A6-3ACA-44C0-9255-746DEF93C1B2}" presName="parentLeftMargin" presStyleLbl="node1" presStyleIdx="0" presStyleCnt="5"/>
      <dgm:spPr/>
    </dgm:pt>
    <dgm:pt modelId="{E1D6B3DA-73E6-4684-8305-8B3373F65433}" type="pres">
      <dgm:prSet presAssocID="{F53E06A6-3ACA-44C0-9255-746DEF93C1B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38019DA-A8C6-472F-9C04-2C0AC0BA82E0}" type="pres">
      <dgm:prSet presAssocID="{F53E06A6-3ACA-44C0-9255-746DEF93C1B2}" presName="negativeSpace" presStyleCnt="0"/>
      <dgm:spPr/>
    </dgm:pt>
    <dgm:pt modelId="{595D7C50-202A-446E-91F7-450B470FD510}" type="pres">
      <dgm:prSet presAssocID="{F53E06A6-3ACA-44C0-9255-746DEF93C1B2}" presName="childText" presStyleLbl="conFgAcc1" presStyleIdx="1" presStyleCnt="5">
        <dgm:presLayoutVars>
          <dgm:bulletEnabled val="1"/>
        </dgm:presLayoutVars>
      </dgm:prSet>
      <dgm:spPr/>
    </dgm:pt>
    <dgm:pt modelId="{6B54A8CD-D1DE-4A89-9B35-8C8BD0575CE6}" type="pres">
      <dgm:prSet presAssocID="{007E6C6A-FD32-476E-A087-4A4771DE9E4E}" presName="spaceBetweenRectangles" presStyleCnt="0"/>
      <dgm:spPr/>
    </dgm:pt>
    <dgm:pt modelId="{144B8BAE-A2CF-4B64-AF5C-FEB3C4C8FBED}" type="pres">
      <dgm:prSet presAssocID="{2D832040-4925-4E75-8AB3-E064406F69C6}" presName="parentLin" presStyleCnt="0"/>
      <dgm:spPr/>
    </dgm:pt>
    <dgm:pt modelId="{6A78FE59-F2F9-4440-B1BC-13667FC32BF1}" type="pres">
      <dgm:prSet presAssocID="{2D832040-4925-4E75-8AB3-E064406F69C6}" presName="parentLeftMargin" presStyleLbl="node1" presStyleIdx="1" presStyleCnt="5"/>
      <dgm:spPr/>
    </dgm:pt>
    <dgm:pt modelId="{7B2D2F96-DE82-4583-ADB0-89CA6840D7B4}" type="pres">
      <dgm:prSet presAssocID="{2D832040-4925-4E75-8AB3-E064406F69C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420B7AA-3C43-48F0-8DF9-039CFFF04F69}" type="pres">
      <dgm:prSet presAssocID="{2D832040-4925-4E75-8AB3-E064406F69C6}" presName="negativeSpace" presStyleCnt="0"/>
      <dgm:spPr/>
    </dgm:pt>
    <dgm:pt modelId="{AEEE3F41-F01B-4C4C-A769-34D256FB582C}" type="pres">
      <dgm:prSet presAssocID="{2D832040-4925-4E75-8AB3-E064406F69C6}" presName="childText" presStyleLbl="conFgAcc1" presStyleIdx="2" presStyleCnt="5">
        <dgm:presLayoutVars>
          <dgm:bulletEnabled val="1"/>
        </dgm:presLayoutVars>
      </dgm:prSet>
      <dgm:spPr/>
    </dgm:pt>
    <dgm:pt modelId="{A8B0A180-2A24-4DB0-BAA6-209A22B97034}" type="pres">
      <dgm:prSet presAssocID="{D77FC341-90DB-4B83-B8A3-AC37B083DE01}" presName="spaceBetweenRectangles" presStyleCnt="0"/>
      <dgm:spPr/>
    </dgm:pt>
    <dgm:pt modelId="{DAC5D70D-4233-4DE8-9129-9AAE75D6D995}" type="pres">
      <dgm:prSet presAssocID="{67DEEE39-AF4F-4481-9DDB-3323BE276571}" presName="parentLin" presStyleCnt="0"/>
      <dgm:spPr/>
    </dgm:pt>
    <dgm:pt modelId="{525BD72B-7CE5-4551-8DD3-851BDC2F4D10}" type="pres">
      <dgm:prSet presAssocID="{67DEEE39-AF4F-4481-9DDB-3323BE276571}" presName="parentLeftMargin" presStyleLbl="node1" presStyleIdx="2" presStyleCnt="5"/>
      <dgm:spPr/>
    </dgm:pt>
    <dgm:pt modelId="{7181BC72-9B6C-4042-B0D4-66D6F2316A8B}" type="pres">
      <dgm:prSet presAssocID="{67DEEE39-AF4F-4481-9DDB-3323BE27657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C287D0-67C9-4193-BE93-CB9A877310BE}" type="pres">
      <dgm:prSet presAssocID="{67DEEE39-AF4F-4481-9DDB-3323BE276571}" presName="negativeSpace" presStyleCnt="0"/>
      <dgm:spPr/>
    </dgm:pt>
    <dgm:pt modelId="{B45D9214-0484-439C-96CD-5C24A55D276E}" type="pres">
      <dgm:prSet presAssocID="{67DEEE39-AF4F-4481-9DDB-3323BE276571}" presName="childText" presStyleLbl="conFgAcc1" presStyleIdx="3" presStyleCnt="5">
        <dgm:presLayoutVars>
          <dgm:bulletEnabled val="1"/>
        </dgm:presLayoutVars>
      </dgm:prSet>
      <dgm:spPr/>
    </dgm:pt>
    <dgm:pt modelId="{DA3F8591-BC3C-4754-B0B1-380BF5DE9486}" type="pres">
      <dgm:prSet presAssocID="{3842AE15-C51B-4212-916D-AA19924BD12E}" presName="spaceBetweenRectangles" presStyleCnt="0"/>
      <dgm:spPr/>
    </dgm:pt>
    <dgm:pt modelId="{08C53DDD-E853-4333-B398-3555C2CE9F7D}" type="pres">
      <dgm:prSet presAssocID="{91651737-0A68-4CE7-A082-635D7A0F357B}" presName="parentLin" presStyleCnt="0"/>
      <dgm:spPr/>
    </dgm:pt>
    <dgm:pt modelId="{8533BF87-EE0D-415D-BA2C-A9F945EC37CE}" type="pres">
      <dgm:prSet presAssocID="{91651737-0A68-4CE7-A082-635D7A0F357B}" presName="parentLeftMargin" presStyleLbl="node1" presStyleIdx="3" presStyleCnt="5"/>
      <dgm:spPr/>
    </dgm:pt>
    <dgm:pt modelId="{D11C9215-0B23-46FF-AF89-45C38BFFB5D9}" type="pres">
      <dgm:prSet presAssocID="{91651737-0A68-4CE7-A082-635D7A0F357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28BD93F-D97B-4B66-9E5F-6C7D333A5875}" type="pres">
      <dgm:prSet presAssocID="{91651737-0A68-4CE7-A082-635D7A0F357B}" presName="negativeSpace" presStyleCnt="0"/>
      <dgm:spPr/>
    </dgm:pt>
    <dgm:pt modelId="{79D8CE8A-3CFE-4634-8FF3-EA54FC7F122F}" type="pres">
      <dgm:prSet presAssocID="{91651737-0A68-4CE7-A082-635D7A0F357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5913A03-9EF7-4986-B0BE-0D9481FA4395}" type="presOf" srcId="{2D832040-4925-4E75-8AB3-E064406F69C6}" destId="{7B2D2F96-DE82-4583-ADB0-89CA6840D7B4}" srcOrd="1" destOrd="0" presId="urn:microsoft.com/office/officeart/2005/8/layout/list1"/>
    <dgm:cxn modelId="{B12B0808-D279-4B82-86FB-B0FA00B48144}" srcId="{2E9AB265-1B2E-4149-8D0B-B91E51308A8D}" destId="{AB003B74-4C3C-4D88-8FA5-94148BFF1E54}" srcOrd="0" destOrd="0" parTransId="{5CD4C516-3798-411E-A67A-E1016E0323FF}" sibTransId="{E4804EDE-D4E0-4CF4-8678-73EDD0349FC0}"/>
    <dgm:cxn modelId="{1C9BA808-91D2-4671-92A6-74A5DE8E9D15}" type="presOf" srcId="{67DEEE39-AF4F-4481-9DDB-3323BE276571}" destId="{7181BC72-9B6C-4042-B0D4-66D6F2316A8B}" srcOrd="1" destOrd="0" presId="urn:microsoft.com/office/officeart/2005/8/layout/list1"/>
    <dgm:cxn modelId="{3A109D12-7481-4098-8832-8DF507280A32}" srcId="{91651737-0A68-4CE7-A082-635D7A0F357B}" destId="{4F32782A-6906-415C-AC56-8F5A79B3579D}" srcOrd="0" destOrd="0" parTransId="{77B26B8F-3538-473D-B89F-054595E25BF6}" sibTransId="{A13E0B2B-41CC-44CC-BF3B-624CAB644B3A}"/>
    <dgm:cxn modelId="{7FA56814-822C-4C56-BB4F-2FDCC6E41CE1}" srcId="{F53E06A6-3ACA-44C0-9255-746DEF93C1B2}" destId="{D33393BA-B664-4793-915A-59CC3F423020}" srcOrd="0" destOrd="0" parTransId="{9734D070-2E37-4C2D-BBA6-2C0B832FBE8D}" sibTransId="{351D8DA5-6505-4FA7-B0EF-44B214AF4A77}"/>
    <dgm:cxn modelId="{A53D8614-FF79-4B01-A720-3F37C77A07C6}" srcId="{EEA22C58-9451-4D23-814B-5BE46CEFE92D}" destId="{2E9AB265-1B2E-4149-8D0B-B91E51308A8D}" srcOrd="0" destOrd="0" parTransId="{F10EAEBF-3574-497F-9378-CC2F49CF4979}" sibTransId="{59C392C7-EF7A-4990-94DD-20F0A62ACD84}"/>
    <dgm:cxn modelId="{1E03211B-947F-49F3-888F-DF0717C7B96B}" srcId="{2D832040-4925-4E75-8AB3-E064406F69C6}" destId="{09EA3BE9-A7D9-4D56-9CC2-7C361E00AA71}" srcOrd="0" destOrd="0" parTransId="{8C540268-60B4-4672-8C2E-1B88200FB857}" sibTransId="{339F8E83-8BBD-49FA-8373-9C555EC4E4E4}"/>
    <dgm:cxn modelId="{92FE9223-B904-4D28-A1EA-AE0ADBFBE5B0}" srcId="{2E9AB265-1B2E-4149-8D0B-B91E51308A8D}" destId="{7509651F-4C65-4C7D-8B44-8C212152DD7E}" srcOrd="3" destOrd="0" parTransId="{9E5B3EB7-699F-4F41-AAA6-E9C70FBE8251}" sibTransId="{355A5520-FDC8-4F3B-B13E-CDE99FAF5A3B}"/>
    <dgm:cxn modelId="{8CBB4E27-1DC9-4192-807E-FB97B6BEF188}" type="presOf" srcId="{AB003B74-4C3C-4D88-8FA5-94148BFF1E54}" destId="{CCF3D4EA-BA54-47FA-A939-7A14E08A854D}" srcOrd="0" destOrd="0" presId="urn:microsoft.com/office/officeart/2005/8/layout/list1"/>
    <dgm:cxn modelId="{219FBF42-E26C-480C-8F53-E71FB54C9607}" type="presOf" srcId="{A02FB806-9EEB-4AB3-A311-0BF6BA31DF15}" destId="{B45D9214-0484-439C-96CD-5C24A55D276E}" srcOrd="0" destOrd="0" presId="urn:microsoft.com/office/officeart/2005/8/layout/list1"/>
    <dgm:cxn modelId="{043D2043-A73D-4D8E-AD6A-EFCAD53E142A}" type="presOf" srcId="{91651737-0A68-4CE7-A082-635D7A0F357B}" destId="{8533BF87-EE0D-415D-BA2C-A9F945EC37CE}" srcOrd="0" destOrd="0" presId="urn:microsoft.com/office/officeart/2005/8/layout/list1"/>
    <dgm:cxn modelId="{39063246-9633-4896-9A4C-B5ED6ED9D3C6}" srcId="{EEA22C58-9451-4D23-814B-5BE46CEFE92D}" destId="{F53E06A6-3ACA-44C0-9255-746DEF93C1B2}" srcOrd="1" destOrd="0" parTransId="{3489DE5D-0916-49CD-B21D-A49655074DB0}" sibTransId="{007E6C6A-FD32-476E-A087-4A4771DE9E4E}"/>
    <dgm:cxn modelId="{43EE7652-0F97-4B6B-A7D2-F4F2AEDA6672}" type="presOf" srcId="{2D832040-4925-4E75-8AB3-E064406F69C6}" destId="{6A78FE59-F2F9-4440-B1BC-13667FC32BF1}" srcOrd="0" destOrd="0" presId="urn:microsoft.com/office/officeart/2005/8/layout/list1"/>
    <dgm:cxn modelId="{3B4CCC5A-076E-4D7C-A122-E75660EECDC2}" type="presOf" srcId="{4F32782A-6906-415C-AC56-8F5A79B3579D}" destId="{79D8CE8A-3CFE-4634-8FF3-EA54FC7F122F}" srcOrd="0" destOrd="0" presId="urn:microsoft.com/office/officeart/2005/8/layout/list1"/>
    <dgm:cxn modelId="{9600E55F-9F73-48BD-890B-EF2AA1B34923}" type="presOf" srcId="{EEA22C58-9451-4D23-814B-5BE46CEFE92D}" destId="{E36B0FC9-A887-454C-972A-EF8FF9D40A29}" srcOrd="0" destOrd="0" presId="urn:microsoft.com/office/officeart/2005/8/layout/list1"/>
    <dgm:cxn modelId="{A2BEEC6B-292C-4908-8D0C-4F2B389D0859}" type="presOf" srcId="{09EA3BE9-A7D9-4D56-9CC2-7C361E00AA71}" destId="{AEEE3F41-F01B-4C4C-A769-34D256FB582C}" srcOrd="0" destOrd="0" presId="urn:microsoft.com/office/officeart/2005/8/layout/list1"/>
    <dgm:cxn modelId="{0D720282-5E97-4FA0-9AC5-ABB488BEB40E}" type="presOf" srcId="{F53E06A6-3ACA-44C0-9255-746DEF93C1B2}" destId="{DEF7F551-419D-4714-9E28-59AC8A84ABD6}" srcOrd="0" destOrd="0" presId="urn:microsoft.com/office/officeart/2005/8/layout/list1"/>
    <dgm:cxn modelId="{E832B78E-4E99-4CA4-A733-FAD022D72893}" srcId="{EEA22C58-9451-4D23-814B-5BE46CEFE92D}" destId="{67DEEE39-AF4F-4481-9DDB-3323BE276571}" srcOrd="3" destOrd="0" parTransId="{73EFCA77-52DF-4D99-B03F-976B789CAC2B}" sibTransId="{3842AE15-C51B-4212-916D-AA19924BD12E}"/>
    <dgm:cxn modelId="{5A703BA1-0422-4953-9D75-DDA5320A7500}" type="presOf" srcId="{67DEEE39-AF4F-4481-9DDB-3323BE276571}" destId="{525BD72B-7CE5-4551-8DD3-851BDC2F4D10}" srcOrd="0" destOrd="0" presId="urn:microsoft.com/office/officeart/2005/8/layout/list1"/>
    <dgm:cxn modelId="{D0830BA5-3047-4B76-8CD6-FB953DCE2140}" srcId="{67DEEE39-AF4F-4481-9DDB-3323BE276571}" destId="{A02FB806-9EEB-4AB3-A311-0BF6BA31DF15}" srcOrd="0" destOrd="0" parTransId="{E7FDFB00-DD78-4547-93DA-4D6959D9F8BE}" sibTransId="{770B68F4-CA4C-42E7-AE12-018934EC9317}"/>
    <dgm:cxn modelId="{8E3E6FA6-9A28-4EE5-B6C5-3FE3C9F3194A}" type="presOf" srcId="{CEB3EA70-0575-448D-BBBA-7C7EBAFC53D6}" destId="{79D8CE8A-3CFE-4634-8FF3-EA54FC7F122F}" srcOrd="0" destOrd="1" presId="urn:microsoft.com/office/officeart/2005/8/layout/list1"/>
    <dgm:cxn modelId="{787469B0-27BC-4580-9CA0-0BA8D5C7F8F2}" type="presOf" srcId="{3FE545A0-1327-4210-B55A-1D75C1629616}" destId="{CCF3D4EA-BA54-47FA-A939-7A14E08A854D}" srcOrd="0" destOrd="2" presId="urn:microsoft.com/office/officeart/2005/8/layout/list1"/>
    <dgm:cxn modelId="{A309D3B1-00AE-421B-B4A4-A4EB2A28D711}" type="presOf" srcId="{5731B852-C061-43E4-9269-0953AEB791A0}" destId="{CCF3D4EA-BA54-47FA-A939-7A14E08A854D}" srcOrd="0" destOrd="1" presId="urn:microsoft.com/office/officeart/2005/8/layout/list1"/>
    <dgm:cxn modelId="{00F822B3-57EE-4673-9AC6-39D1C744C557}" type="presOf" srcId="{D33393BA-B664-4793-915A-59CC3F423020}" destId="{595D7C50-202A-446E-91F7-450B470FD510}" srcOrd="0" destOrd="0" presId="urn:microsoft.com/office/officeart/2005/8/layout/list1"/>
    <dgm:cxn modelId="{93C6F4C2-8DF5-4AC5-BEC4-95C15C67017E}" srcId="{2E9AB265-1B2E-4149-8D0B-B91E51308A8D}" destId="{5731B852-C061-43E4-9269-0953AEB791A0}" srcOrd="1" destOrd="0" parTransId="{0D2685D0-FBDF-4223-84C0-EEFF9F2C6FD2}" sibTransId="{706C7C81-B236-4759-AE54-A250DE2D3D80}"/>
    <dgm:cxn modelId="{6F0155C6-AE80-4231-BF50-ACDA49652FBD}" type="presOf" srcId="{F53E06A6-3ACA-44C0-9255-746DEF93C1B2}" destId="{E1D6B3DA-73E6-4684-8305-8B3373F65433}" srcOrd="1" destOrd="0" presId="urn:microsoft.com/office/officeart/2005/8/layout/list1"/>
    <dgm:cxn modelId="{F2009CC6-549B-4B42-B968-1993268FA398}" srcId="{EEA22C58-9451-4D23-814B-5BE46CEFE92D}" destId="{2D832040-4925-4E75-8AB3-E064406F69C6}" srcOrd="2" destOrd="0" parTransId="{1DEE4480-E049-46DA-939E-631030C071FA}" sibTransId="{D77FC341-90DB-4B83-B8A3-AC37B083DE01}"/>
    <dgm:cxn modelId="{8543A7CF-AF74-44F3-ACCC-0F2E0DBB0490}" type="presOf" srcId="{2E9AB265-1B2E-4149-8D0B-B91E51308A8D}" destId="{5C85B439-89D7-4714-A306-14ED07D92BFA}" srcOrd="1" destOrd="0" presId="urn:microsoft.com/office/officeart/2005/8/layout/list1"/>
    <dgm:cxn modelId="{17B518D8-96E9-4D04-90E5-70E449773A6F}" type="presOf" srcId="{91651737-0A68-4CE7-A082-635D7A0F357B}" destId="{D11C9215-0B23-46FF-AF89-45C38BFFB5D9}" srcOrd="1" destOrd="0" presId="urn:microsoft.com/office/officeart/2005/8/layout/list1"/>
    <dgm:cxn modelId="{54760BDA-317B-4848-8993-4A5EFF2F080B}" type="presOf" srcId="{7509651F-4C65-4C7D-8B44-8C212152DD7E}" destId="{CCF3D4EA-BA54-47FA-A939-7A14E08A854D}" srcOrd="0" destOrd="3" presId="urn:microsoft.com/office/officeart/2005/8/layout/list1"/>
    <dgm:cxn modelId="{D64857DC-F26D-4455-8310-F5F34EDE8388}" srcId="{2E9AB265-1B2E-4149-8D0B-B91E51308A8D}" destId="{3FE545A0-1327-4210-B55A-1D75C1629616}" srcOrd="2" destOrd="0" parTransId="{C8D025A7-AEE9-4953-8616-1173AC2E05CE}" sibTransId="{15E55EDA-5FC3-4FE4-9722-E5D0F246D43A}"/>
    <dgm:cxn modelId="{00E208E4-5831-4ECE-9AE8-4BC125AA8767}" type="presOf" srcId="{2E9AB265-1B2E-4149-8D0B-B91E51308A8D}" destId="{A7001B80-15F9-4CD2-8B72-C5A9247AF81B}" srcOrd="0" destOrd="0" presId="urn:microsoft.com/office/officeart/2005/8/layout/list1"/>
    <dgm:cxn modelId="{9E97BCEF-4F72-4FC6-8EEA-ACD133809B5E}" srcId="{EEA22C58-9451-4D23-814B-5BE46CEFE92D}" destId="{91651737-0A68-4CE7-A082-635D7A0F357B}" srcOrd="4" destOrd="0" parTransId="{C534FE12-A018-4AD8-8884-C0C9FD7586B5}" sibTransId="{EB542076-C18D-4518-B147-485DF489AA03}"/>
    <dgm:cxn modelId="{42D1ABF0-69E1-4C04-B92B-7406FED78F56}" srcId="{91651737-0A68-4CE7-A082-635D7A0F357B}" destId="{CEB3EA70-0575-448D-BBBA-7C7EBAFC53D6}" srcOrd="1" destOrd="0" parTransId="{9C959762-0FED-4985-92BE-56A7A35BFF49}" sibTransId="{94E3802D-BB95-4318-84D5-2D194B81C823}"/>
    <dgm:cxn modelId="{4F36F928-3AC5-499A-8AF5-49F58222968D}" type="presParOf" srcId="{E36B0FC9-A887-454C-972A-EF8FF9D40A29}" destId="{444DF5E3-3CE2-4008-8825-C1FAFD68F5C0}" srcOrd="0" destOrd="0" presId="urn:microsoft.com/office/officeart/2005/8/layout/list1"/>
    <dgm:cxn modelId="{AD5B2016-8A77-4A32-9EBD-188E1296497E}" type="presParOf" srcId="{444DF5E3-3CE2-4008-8825-C1FAFD68F5C0}" destId="{A7001B80-15F9-4CD2-8B72-C5A9247AF81B}" srcOrd="0" destOrd="0" presId="urn:microsoft.com/office/officeart/2005/8/layout/list1"/>
    <dgm:cxn modelId="{2738DF18-8908-4992-9BF6-EBE5EE583851}" type="presParOf" srcId="{444DF5E3-3CE2-4008-8825-C1FAFD68F5C0}" destId="{5C85B439-89D7-4714-A306-14ED07D92BFA}" srcOrd="1" destOrd="0" presId="urn:microsoft.com/office/officeart/2005/8/layout/list1"/>
    <dgm:cxn modelId="{5A9B3093-00F2-4938-878C-397A8906F4AA}" type="presParOf" srcId="{E36B0FC9-A887-454C-972A-EF8FF9D40A29}" destId="{28612D58-A2E0-4D57-A9DB-2A7834A1C746}" srcOrd="1" destOrd="0" presId="urn:microsoft.com/office/officeart/2005/8/layout/list1"/>
    <dgm:cxn modelId="{D7732CAF-A1BC-4DD6-AA44-87D2D42B79A7}" type="presParOf" srcId="{E36B0FC9-A887-454C-972A-EF8FF9D40A29}" destId="{CCF3D4EA-BA54-47FA-A939-7A14E08A854D}" srcOrd="2" destOrd="0" presId="urn:microsoft.com/office/officeart/2005/8/layout/list1"/>
    <dgm:cxn modelId="{75C83192-0347-44E8-80A4-1E0A34ED3716}" type="presParOf" srcId="{E36B0FC9-A887-454C-972A-EF8FF9D40A29}" destId="{B8E2A05F-60EE-4FD4-83D9-F92E3AA6965D}" srcOrd="3" destOrd="0" presId="urn:microsoft.com/office/officeart/2005/8/layout/list1"/>
    <dgm:cxn modelId="{C7B3C833-B4BB-43FE-963E-470E6D294971}" type="presParOf" srcId="{E36B0FC9-A887-454C-972A-EF8FF9D40A29}" destId="{1EA654FD-3769-4814-ABF8-F16511641286}" srcOrd="4" destOrd="0" presId="urn:microsoft.com/office/officeart/2005/8/layout/list1"/>
    <dgm:cxn modelId="{B6879C46-08DC-4928-8DFD-5B810A3D585B}" type="presParOf" srcId="{1EA654FD-3769-4814-ABF8-F16511641286}" destId="{DEF7F551-419D-4714-9E28-59AC8A84ABD6}" srcOrd="0" destOrd="0" presId="urn:microsoft.com/office/officeart/2005/8/layout/list1"/>
    <dgm:cxn modelId="{3C872685-F591-4064-A345-54781C6B0470}" type="presParOf" srcId="{1EA654FD-3769-4814-ABF8-F16511641286}" destId="{E1D6B3DA-73E6-4684-8305-8B3373F65433}" srcOrd="1" destOrd="0" presId="urn:microsoft.com/office/officeart/2005/8/layout/list1"/>
    <dgm:cxn modelId="{1018E38D-88D0-4719-AF51-4518366752A5}" type="presParOf" srcId="{E36B0FC9-A887-454C-972A-EF8FF9D40A29}" destId="{838019DA-A8C6-472F-9C04-2C0AC0BA82E0}" srcOrd="5" destOrd="0" presId="urn:microsoft.com/office/officeart/2005/8/layout/list1"/>
    <dgm:cxn modelId="{50E80CA7-DFD9-4BEF-8BC2-0B13F8BD4244}" type="presParOf" srcId="{E36B0FC9-A887-454C-972A-EF8FF9D40A29}" destId="{595D7C50-202A-446E-91F7-450B470FD510}" srcOrd="6" destOrd="0" presId="urn:microsoft.com/office/officeart/2005/8/layout/list1"/>
    <dgm:cxn modelId="{9DC0CC92-0EF7-4657-A08D-CAB6BAC1A55B}" type="presParOf" srcId="{E36B0FC9-A887-454C-972A-EF8FF9D40A29}" destId="{6B54A8CD-D1DE-4A89-9B35-8C8BD0575CE6}" srcOrd="7" destOrd="0" presId="urn:microsoft.com/office/officeart/2005/8/layout/list1"/>
    <dgm:cxn modelId="{D7BB5A06-0B3F-49FB-9207-C4004BC455EF}" type="presParOf" srcId="{E36B0FC9-A887-454C-972A-EF8FF9D40A29}" destId="{144B8BAE-A2CF-4B64-AF5C-FEB3C4C8FBED}" srcOrd="8" destOrd="0" presId="urn:microsoft.com/office/officeart/2005/8/layout/list1"/>
    <dgm:cxn modelId="{5C1DBF2B-18E0-40F9-B5C7-0CBBBF36596C}" type="presParOf" srcId="{144B8BAE-A2CF-4B64-AF5C-FEB3C4C8FBED}" destId="{6A78FE59-F2F9-4440-B1BC-13667FC32BF1}" srcOrd="0" destOrd="0" presId="urn:microsoft.com/office/officeart/2005/8/layout/list1"/>
    <dgm:cxn modelId="{3E879B28-69B4-497D-8246-DED084B2A7CA}" type="presParOf" srcId="{144B8BAE-A2CF-4B64-AF5C-FEB3C4C8FBED}" destId="{7B2D2F96-DE82-4583-ADB0-89CA6840D7B4}" srcOrd="1" destOrd="0" presId="urn:microsoft.com/office/officeart/2005/8/layout/list1"/>
    <dgm:cxn modelId="{B413384F-4680-4BDA-9C31-847E2E2FD701}" type="presParOf" srcId="{E36B0FC9-A887-454C-972A-EF8FF9D40A29}" destId="{2420B7AA-3C43-48F0-8DF9-039CFFF04F69}" srcOrd="9" destOrd="0" presId="urn:microsoft.com/office/officeart/2005/8/layout/list1"/>
    <dgm:cxn modelId="{39E5B0CF-79E4-4773-BB1C-89C2548CD934}" type="presParOf" srcId="{E36B0FC9-A887-454C-972A-EF8FF9D40A29}" destId="{AEEE3F41-F01B-4C4C-A769-34D256FB582C}" srcOrd="10" destOrd="0" presId="urn:microsoft.com/office/officeart/2005/8/layout/list1"/>
    <dgm:cxn modelId="{8943EFE0-4D6C-46B1-B07E-6D72A615FC40}" type="presParOf" srcId="{E36B0FC9-A887-454C-972A-EF8FF9D40A29}" destId="{A8B0A180-2A24-4DB0-BAA6-209A22B97034}" srcOrd="11" destOrd="0" presId="urn:microsoft.com/office/officeart/2005/8/layout/list1"/>
    <dgm:cxn modelId="{A762C5C0-7ABA-4FEC-9393-0022A39A5D98}" type="presParOf" srcId="{E36B0FC9-A887-454C-972A-EF8FF9D40A29}" destId="{DAC5D70D-4233-4DE8-9129-9AAE75D6D995}" srcOrd="12" destOrd="0" presId="urn:microsoft.com/office/officeart/2005/8/layout/list1"/>
    <dgm:cxn modelId="{F86320B0-D8B5-42B3-9ED9-47586F221CCD}" type="presParOf" srcId="{DAC5D70D-4233-4DE8-9129-9AAE75D6D995}" destId="{525BD72B-7CE5-4551-8DD3-851BDC2F4D10}" srcOrd="0" destOrd="0" presId="urn:microsoft.com/office/officeart/2005/8/layout/list1"/>
    <dgm:cxn modelId="{B7B4692B-5FF0-4903-98AF-37B46B85B11B}" type="presParOf" srcId="{DAC5D70D-4233-4DE8-9129-9AAE75D6D995}" destId="{7181BC72-9B6C-4042-B0D4-66D6F2316A8B}" srcOrd="1" destOrd="0" presId="urn:microsoft.com/office/officeart/2005/8/layout/list1"/>
    <dgm:cxn modelId="{C9DD9499-1792-4129-B8AC-9027AB5C1BEB}" type="presParOf" srcId="{E36B0FC9-A887-454C-972A-EF8FF9D40A29}" destId="{51C287D0-67C9-4193-BE93-CB9A877310BE}" srcOrd="13" destOrd="0" presId="urn:microsoft.com/office/officeart/2005/8/layout/list1"/>
    <dgm:cxn modelId="{271F6010-1670-4F46-96CE-3EB6E298FB4B}" type="presParOf" srcId="{E36B0FC9-A887-454C-972A-EF8FF9D40A29}" destId="{B45D9214-0484-439C-96CD-5C24A55D276E}" srcOrd="14" destOrd="0" presId="urn:microsoft.com/office/officeart/2005/8/layout/list1"/>
    <dgm:cxn modelId="{2A132067-782D-485A-A3F8-42B722373D2B}" type="presParOf" srcId="{E36B0FC9-A887-454C-972A-EF8FF9D40A29}" destId="{DA3F8591-BC3C-4754-B0B1-380BF5DE9486}" srcOrd="15" destOrd="0" presId="urn:microsoft.com/office/officeart/2005/8/layout/list1"/>
    <dgm:cxn modelId="{22EE6A01-8204-4315-849D-41426B6A3769}" type="presParOf" srcId="{E36B0FC9-A887-454C-972A-EF8FF9D40A29}" destId="{08C53DDD-E853-4333-B398-3555C2CE9F7D}" srcOrd="16" destOrd="0" presId="urn:microsoft.com/office/officeart/2005/8/layout/list1"/>
    <dgm:cxn modelId="{7A6B88AB-658F-44FD-8AD2-57A3B8E352D6}" type="presParOf" srcId="{08C53DDD-E853-4333-B398-3555C2CE9F7D}" destId="{8533BF87-EE0D-415D-BA2C-A9F945EC37CE}" srcOrd="0" destOrd="0" presId="urn:microsoft.com/office/officeart/2005/8/layout/list1"/>
    <dgm:cxn modelId="{97B2800A-9900-44DE-B12C-265C49ED2A42}" type="presParOf" srcId="{08C53DDD-E853-4333-B398-3555C2CE9F7D}" destId="{D11C9215-0B23-46FF-AF89-45C38BFFB5D9}" srcOrd="1" destOrd="0" presId="urn:microsoft.com/office/officeart/2005/8/layout/list1"/>
    <dgm:cxn modelId="{51968DD1-8057-433E-B0FB-815BD24F3458}" type="presParOf" srcId="{E36B0FC9-A887-454C-972A-EF8FF9D40A29}" destId="{628BD93F-D97B-4B66-9E5F-6C7D333A5875}" srcOrd="17" destOrd="0" presId="urn:microsoft.com/office/officeart/2005/8/layout/list1"/>
    <dgm:cxn modelId="{C1040428-EEAC-45F6-AC94-B114CA0F3B81}" type="presParOf" srcId="{E36B0FC9-A887-454C-972A-EF8FF9D40A29}" destId="{79D8CE8A-3CFE-4634-8FF3-EA54FC7F122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53A081-74E4-4809-810D-47E7FD8069BF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B69D59-A615-4220-BB69-D22BDC4257D4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Slides are Visual Aids</a:t>
          </a:r>
        </a:p>
      </dgm:t>
    </dgm:pt>
    <dgm:pt modelId="{7E0353C0-0B71-4DEC-A6C0-88EE2019A457}" type="parTrans" cxnId="{0C0E09A2-9CBF-40EE-929A-4346E58E3A3F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87D92DAB-BCA6-45D0-9BE6-9261018AFCC7}" type="sibTrans" cxnId="{0C0E09A2-9CBF-40EE-929A-4346E58E3A3F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533C8619-DD95-4964-ADCB-580EC6DD80B5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Limit Text</a:t>
          </a:r>
        </a:p>
      </dgm:t>
    </dgm:pt>
    <dgm:pt modelId="{71F8451A-1356-4ACE-923F-0C4F2D9A3BA0}" type="parTrans" cxnId="{6FF28BCF-F39F-478C-88EC-D5185F351FB7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FA78DE66-E9A3-41A1-B85E-DA162E7AEF7B}" type="sibTrans" cxnId="{6FF28BCF-F39F-478C-88EC-D5185F351FB7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C021AAAF-A74D-4162-BE69-9D2AC92367C3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Graphs and Charts</a:t>
          </a:r>
        </a:p>
      </dgm:t>
    </dgm:pt>
    <dgm:pt modelId="{E504296A-90A7-4492-81CB-5B9D75FBF404}" type="parTrans" cxnId="{31F2E650-C6BA-461A-97CA-31B614A18E26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F9FB28F7-65E9-4FFD-802A-5ACEA5B5C304}" type="sibTrans" cxnId="{31F2E650-C6BA-461A-97CA-31B614A18E26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C0E92B2A-E9B1-4D0C-AE65-F528E834268F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10000"/>
                </a:schemeClr>
              </a:solidFill>
            </a:rPr>
            <a:t>Focused Content</a:t>
          </a:r>
        </a:p>
      </dgm:t>
    </dgm:pt>
    <dgm:pt modelId="{498BBBD0-6AD1-429D-8EE1-6A0A7B030675}" type="parTrans" cxnId="{8A288294-310F-458E-A513-CB248541AB4C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29B154A9-1313-4929-BE97-EEAA3238A733}" type="sibTrans" cxnId="{8A288294-310F-458E-A513-CB248541AB4C}">
      <dgm:prSet/>
      <dgm:spPr/>
      <dgm:t>
        <a:bodyPr/>
        <a:lstStyle/>
        <a:p>
          <a:endParaRPr lang="en-US" b="1">
            <a:solidFill>
              <a:schemeClr val="accent6">
                <a:lumMod val="10000"/>
              </a:schemeClr>
            </a:solidFill>
          </a:endParaRPr>
        </a:p>
      </dgm:t>
    </dgm:pt>
    <dgm:pt modelId="{DB7A93CB-CB88-4161-8250-4E9026E7AC36}" type="pres">
      <dgm:prSet presAssocID="{1D53A081-74E4-4809-810D-47E7FD8069BF}" presName="layout" presStyleCnt="0">
        <dgm:presLayoutVars>
          <dgm:chMax/>
          <dgm:chPref/>
          <dgm:dir/>
          <dgm:resizeHandles/>
        </dgm:presLayoutVars>
      </dgm:prSet>
      <dgm:spPr/>
    </dgm:pt>
    <dgm:pt modelId="{66752118-1540-4B57-AF7E-309FAF9F24AF}" type="pres">
      <dgm:prSet presAssocID="{0EB69D59-A615-4220-BB69-D22BDC4257D4}" presName="root" presStyleCnt="0">
        <dgm:presLayoutVars>
          <dgm:chMax/>
          <dgm:chPref/>
        </dgm:presLayoutVars>
      </dgm:prSet>
      <dgm:spPr/>
    </dgm:pt>
    <dgm:pt modelId="{65DDF812-4C36-42F2-85CC-E95EFE5FC1D5}" type="pres">
      <dgm:prSet presAssocID="{0EB69D59-A615-4220-BB69-D22BDC4257D4}" presName="rootComposite" presStyleCnt="0">
        <dgm:presLayoutVars/>
      </dgm:prSet>
      <dgm:spPr/>
    </dgm:pt>
    <dgm:pt modelId="{26715DA6-660A-4EC3-AB1D-BEDD291E033A}" type="pres">
      <dgm:prSet presAssocID="{0EB69D59-A615-4220-BB69-D22BDC4257D4}" presName="ParentAccent" presStyleLbl="alignNode1" presStyleIdx="0" presStyleCnt="1"/>
      <dgm:spPr/>
    </dgm:pt>
    <dgm:pt modelId="{16BC34A4-7F16-48FC-B64C-18114728BA0D}" type="pres">
      <dgm:prSet presAssocID="{0EB69D59-A615-4220-BB69-D22BDC4257D4}" presName="ParentSmallAccent" presStyleLbl="fgAcc1" presStyleIdx="0" presStyleCnt="1"/>
      <dgm:spPr/>
    </dgm:pt>
    <dgm:pt modelId="{F9E371FD-F669-421B-825A-1A244A2AED9A}" type="pres">
      <dgm:prSet presAssocID="{0EB69D59-A615-4220-BB69-D22BDC4257D4}" presName="Parent" presStyleLbl="revTx" presStyleIdx="0" presStyleCnt="4">
        <dgm:presLayoutVars>
          <dgm:chMax/>
          <dgm:chPref val="4"/>
          <dgm:bulletEnabled val="1"/>
        </dgm:presLayoutVars>
      </dgm:prSet>
      <dgm:spPr/>
    </dgm:pt>
    <dgm:pt modelId="{A299507F-FC1B-4574-8359-AA2A75A4576C}" type="pres">
      <dgm:prSet presAssocID="{0EB69D59-A615-4220-BB69-D22BDC4257D4}" presName="childShape" presStyleCnt="0">
        <dgm:presLayoutVars>
          <dgm:chMax val="0"/>
          <dgm:chPref val="0"/>
        </dgm:presLayoutVars>
      </dgm:prSet>
      <dgm:spPr/>
    </dgm:pt>
    <dgm:pt modelId="{8C0747C5-B7FE-4E5C-809F-0C2EB22DFF89}" type="pres">
      <dgm:prSet presAssocID="{533C8619-DD95-4964-ADCB-580EC6DD80B5}" presName="childComposite" presStyleCnt="0">
        <dgm:presLayoutVars>
          <dgm:chMax val="0"/>
          <dgm:chPref val="0"/>
        </dgm:presLayoutVars>
      </dgm:prSet>
      <dgm:spPr/>
    </dgm:pt>
    <dgm:pt modelId="{C783CBEA-F226-43DC-8DFC-881A50242DD6}" type="pres">
      <dgm:prSet presAssocID="{533C8619-DD95-4964-ADCB-580EC6DD80B5}" presName="ChildAccent" presStyleLbl="solidFgAcc1" presStyleIdx="0" presStyleCnt="3"/>
      <dgm:spPr/>
    </dgm:pt>
    <dgm:pt modelId="{F6BFB31C-4BB7-4574-8D07-9A41218DB7C4}" type="pres">
      <dgm:prSet presAssocID="{533C8619-DD95-4964-ADCB-580EC6DD80B5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19EEA95-031B-4638-99E8-B88DAE041724}" type="pres">
      <dgm:prSet presAssocID="{C021AAAF-A74D-4162-BE69-9D2AC92367C3}" presName="childComposite" presStyleCnt="0">
        <dgm:presLayoutVars>
          <dgm:chMax val="0"/>
          <dgm:chPref val="0"/>
        </dgm:presLayoutVars>
      </dgm:prSet>
      <dgm:spPr/>
    </dgm:pt>
    <dgm:pt modelId="{2F10A30C-1AD2-4A7F-8DFF-8CF0E41647FB}" type="pres">
      <dgm:prSet presAssocID="{C021AAAF-A74D-4162-BE69-9D2AC92367C3}" presName="ChildAccent" presStyleLbl="solidFgAcc1" presStyleIdx="1" presStyleCnt="3"/>
      <dgm:spPr/>
    </dgm:pt>
    <dgm:pt modelId="{BFFDCE81-04A5-493D-8648-7617E9C2CCD3}" type="pres">
      <dgm:prSet presAssocID="{C021AAAF-A74D-4162-BE69-9D2AC92367C3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51D264DF-2F1C-4CA0-B26C-A21F57999667}" type="pres">
      <dgm:prSet presAssocID="{C0E92B2A-E9B1-4D0C-AE65-F528E834268F}" presName="childComposite" presStyleCnt="0">
        <dgm:presLayoutVars>
          <dgm:chMax val="0"/>
          <dgm:chPref val="0"/>
        </dgm:presLayoutVars>
      </dgm:prSet>
      <dgm:spPr/>
    </dgm:pt>
    <dgm:pt modelId="{4D94323E-7F34-4945-97D3-E20B21E3E1BF}" type="pres">
      <dgm:prSet presAssocID="{C0E92B2A-E9B1-4D0C-AE65-F528E834268F}" presName="ChildAccent" presStyleLbl="solidFgAcc1" presStyleIdx="2" presStyleCnt="3"/>
      <dgm:spPr/>
    </dgm:pt>
    <dgm:pt modelId="{46C2A389-7480-4BB9-A1EF-33811AFCF852}" type="pres">
      <dgm:prSet presAssocID="{C0E92B2A-E9B1-4D0C-AE65-F528E834268F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7E1317-DE93-4D73-AE89-AD1C712FB4B5}" type="presOf" srcId="{C0E92B2A-E9B1-4D0C-AE65-F528E834268F}" destId="{46C2A389-7480-4BB9-A1EF-33811AFCF852}" srcOrd="0" destOrd="0" presId="urn:microsoft.com/office/officeart/2008/layout/SquareAccentList"/>
    <dgm:cxn modelId="{0446AA2B-AD5F-4C82-862F-34807BEC40F6}" type="presOf" srcId="{C021AAAF-A74D-4162-BE69-9D2AC92367C3}" destId="{BFFDCE81-04A5-493D-8648-7617E9C2CCD3}" srcOrd="0" destOrd="0" presId="urn:microsoft.com/office/officeart/2008/layout/SquareAccentList"/>
    <dgm:cxn modelId="{EA50823F-B785-4E9A-AC0A-05A46CEAAF18}" type="presOf" srcId="{533C8619-DD95-4964-ADCB-580EC6DD80B5}" destId="{F6BFB31C-4BB7-4574-8D07-9A41218DB7C4}" srcOrd="0" destOrd="0" presId="urn:microsoft.com/office/officeart/2008/layout/SquareAccentList"/>
    <dgm:cxn modelId="{31F2E650-C6BA-461A-97CA-31B614A18E26}" srcId="{0EB69D59-A615-4220-BB69-D22BDC4257D4}" destId="{C021AAAF-A74D-4162-BE69-9D2AC92367C3}" srcOrd="1" destOrd="0" parTransId="{E504296A-90A7-4492-81CB-5B9D75FBF404}" sibTransId="{F9FB28F7-65E9-4FFD-802A-5ACEA5B5C304}"/>
    <dgm:cxn modelId="{8A288294-310F-458E-A513-CB248541AB4C}" srcId="{0EB69D59-A615-4220-BB69-D22BDC4257D4}" destId="{C0E92B2A-E9B1-4D0C-AE65-F528E834268F}" srcOrd="2" destOrd="0" parTransId="{498BBBD0-6AD1-429D-8EE1-6A0A7B030675}" sibTransId="{29B154A9-1313-4929-BE97-EEAA3238A733}"/>
    <dgm:cxn modelId="{0C0E09A2-9CBF-40EE-929A-4346E58E3A3F}" srcId="{1D53A081-74E4-4809-810D-47E7FD8069BF}" destId="{0EB69D59-A615-4220-BB69-D22BDC4257D4}" srcOrd="0" destOrd="0" parTransId="{7E0353C0-0B71-4DEC-A6C0-88EE2019A457}" sibTransId="{87D92DAB-BCA6-45D0-9BE6-9261018AFCC7}"/>
    <dgm:cxn modelId="{9583F6BA-546C-4494-A97C-6EDC6B05D12E}" type="presOf" srcId="{0EB69D59-A615-4220-BB69-D22BDC4257D4}" destId="{F9E371FD-F669-421B-825A-1A244A2AED9A}" srcOrd="0" destOrd="0" presId="urn:microsoft.com/office/officeart/2008/layout/SquareAccentList"/>
    <dgm:cxn modelId="{6FF28BCF-F39F-478C-88EC-D5185F351FB7}" srcId="{0EB69D59-A615-4220-BB69-D22BDC4257D4}" destId="{533C8619-DD95-4964-ADCB-580EC6DD80B5}" srcOrd="0" destOrd="0" parTransId="{71F8451A-1356-4ACE-923F-0C4F2D9A3BA0}" sibTransId="{FA78DE66-E9A3-41A1-B85E-DA162E7AEF7B}"/>
    <dgm:cxn modelId="{64E190E8-10F9-424B-A6B9-6D78AFD69978}" type="presOf" srcId="{1D53A081-74E4-4809-810D-47E7FD8069BF}" destId="{DB7A93CB-CB88-4161-8250-4E9026E7AC36}" srcOrd="0" destOrd="0" presId="urn:microsoft.com/office/officeart/2008/layout/SquareAccentList"/>
    <dgm:cxn modelId="{34E61F4D-0BD8-4DEA-81BC-ABFC1BB258D0}" type="presParOf" srcId="{DB7A93CB-CB88-4161-8250-4E9026E7AC36}" destId="{66752118-1540-4B57-AF7E-309FAF9F24AF}" srcOrd="0" destOrd="0" presId="urn:microsoft.com/office/officeart/2008/layout/SquareAccentList"/>
    <dgm:cxn modelId="{80ECC367-B50D-445C-B50D-C3CB4C355234}" type="presParOf" srcId="{66752118-1540-4B57-AF7E-309FAF9F24AF}" destId="{65DDF812-4C36-42F2-85CC-E95EFE5FC1D5}" srcOrd="0" destOrd="0" presId="urn:microsoft.com/office/officeart/2008/layout/SquareAccentList"/>
    <dgm:cxn modelId="{C8214BE8-10D5-4D4C-810A-A3239E7851F0}" type="presParOf" srcId="{65DDF812-4C36-42F2-85CC-E95EFE5FC1D5}" destId="{26715DA6-660A-4EC3-AB1D-BEDD291E033A}" srcOrd="0" destOrd="0" presId="urn:microsoft.com/office/officeart/2008/layout/SquareAccentList"/>
    <dgm:cxn modelId="{7364AB25-D007-4B04-B38F-487FBDE3A93A}" type="presParOf" srcId="{65DDF812-4C36-42F2-85CC-E95EFE5FC1D5}" destId="{16BC34A4-7F16-48FC-B64C-18114728BA0D}" srcOrd="1" destOrd="0" presId="urn:microsoft.com/office/officeart/2008/layout/SquareAccentList"/>
    <dgm:cxn modelId="{65B36F20-F840-476E-BFFA-3DBC8F3FF92F}" type="presParOf" srcId="{65DDF812-4C36-42F2-85CC-E95EFE5FC1D5}" destId="{F9E371FD-F669-421B-825A-1A244A2AED9A}" srcOrd="2" destOrd="0" presId="urn:microsoft.com/office/officeart/2008/layout/SquareAccentList"/>
    <dgm:cxn modelId="{C47A1A35-0B1D-47D4-8E13-0C88351353BF}" type="presParOf" srcId="{66752118-1540-4B57-AF7E-309FAF9F24AF}" destId="{A299507F-FC1B-4574-8359-AA2A75A4576C}" srcOrd="1" destOrd="0" presId="urn:microsoft.com/office/officeart/2008/layout/SquareAccentList"/>
    <dgm:cxn modelId="{756455F5-9668-444A-AAC1-3EECD15B8B75}" type="presParOf" srcId="{A299507F-FC1B-4574-8359-AA2A75A4576C}" destId="{8C0747C5-B7FE-4E5C-809F-0C2EB22DFF89}" srcOrd="0" destOrd="0" presId="urn:microsoft.com/office/officeart/2008/layout/SquareAccentList"/>
    <dgm:cxn modelId="{2A7EC596-9D54-408B-91BE-BB16FACFB5BF}" type="presParOf" srcId="{8C0747C5-B7FE-4E5C-809F-0C2EB22DFF89}" destId="{C783CBEA-F226-43DC-8DFC-881A50242DD6}" srcOrd="0" destOrd="0" presId="urn:microsoft.com/office/officeart/2008/layout/SquareAccentList"/>
    <dgm:cxn modelId="{110E150F-24FD-47D9-B12E-8DB01EFD0D9A}" type="presParOf" srcId="{8C0747C5-B7FE-4E5C-809F-0C2EB22DFF89}" destId="{F6BFB31C-4BB7-4574-8D07-9A41218DB7C4}" srcOrd="1" destOrd="0" presId="urn:microsoft.com/office/officeart/2008/layout/SquareAccentList"/>
    <dgm:cxn modelId="{8AEF5B40-8E1E-428D-A0BA-5FFAE30D8E35}" type="presParOf" srcId="{A299507F-FC1B-4574-8359-AA2A75A4576C}" destId="{B19EEA95-031B-4638-99E8-B88DAE041724}" srcOrd="1" destOrd="0" presId="urn:microsoft.com/office/officeart/2008/layout/SquareAccentList"/>
    <dgm:cxn modelId="{AD59C917-3702-419B-A1D7-90D4F8A975B0}" type="presParOf" srcId="{B19EEA95-031B-4638-99E8-B88DAE041724}" destId="{2F10A30C-1AD2-4A7F-8DFF-8CF0E41647FB}" srcOrd="0" destOrd="0" presId="urn:microsoft.com/office/officeart/2008/layout/SquareAccentList"/>
    <dgm:cxn modelId="{3B90046A-8CEE-44FE-9511-604D8C79C101}" type="presParOf" srcId="{B19EEA95-031B-4638-99E8-B88DAE041724}" destId="{BFFDCE81-04A5-493D-8648-7617E9C2CCD3}" srcOrd="1" destOrd="0" presId="urn:microsoft.com/office/officeart/2008/layout/SquareAccentList"/>
    <dgm:cxn modelId="{A2CA2470-2FED-45C3-817D-2699CE75C5E7}" type="presParOf" srcId="{A299507F-FC1B-4574-8359-AA2A75A4576C}" destId="{51D264DF-2F1C-4CA0-B26C-A21F57999667}" srcOrd="2" destOrd="0" presId="urn:microsoft.com/office/officeart/2008/layout/SquareAccentList"/>
    <dgm:cxn modelId="{580AAD56-ABE6-433F-83B6-5C2784291800}" type="presParOf" srcId="{51D264DF-2F1C-4CA0-B26C-A21F57999667}" destId="{4D94323E-7F34-4945-97D3-E20B21E3E1BF}" srcOrd="0" destOrd="0" presId="urn:microsoft.com/office/officeart/2008/layout/SquareAccentList"/>
    <dgm:cxn modelId="{DB90998E-12F4-4B3E-A6AF-D2C43580D977}" type="presParOf" srcId="{51D264DF-2F1C-4CA0-B26C-A21F57999667}" destId="{46C2A389-7480-4BB9-A1EF-33811AFCF852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F56EC-5D63-4431-90F4-6836969A8865}">
      <dsp:nvSpPr>
        <dsp:cNvPr id="0" name=""/>
        <dsp:cNvSpPr/>
      </dsp:nvSpPr>
      <dsp:spPr>
        <a:xfrm>
          <a:off x="1286951" y="582"/>
          <a:ext cx="1326378" cy="13263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76A398D-2C08-4680-A1E6-4767A82C5D31}">
      <dsp:nvSpPr>
        <dsp:cNvPr id="0" name=""/>
        <dsp:cNvSpPr/>
      </dsp:nvSpPr>
      <dsp:spPr>
        <a:xfrm>
          <a:off x="1950140" y="582"/>
          <a:ext cx="7076712" cy="132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6">
                  <a:lumMod val="10000"/>
                </a:schemeClr>
              </a:solidFill>
            </a:rPr>
            <a:t>What is the purpose of presenting?</a:t>
          </a:r>
        </a:p>
      </dsp:txBody>
      <dsp:txXfrm>
        <a:off x="1950140" y="582"/>
        <a:ext cx="7076712" cy="1326378"/>
      </dsp:txXfrm>
    </dsp:sp>
    <dsp:sp modelId="{F08A18F1-8E68-4EA4-81DA-1B5627607929}">
      <dsp:nvSpPr>
        <dsp:cNvPr id="0" name=""/>
        <dsp:cNvSpPr/>
      </dsp:nvSpPr>
      <dsp:spPr>
        <a:xfrm>
          <a:off x="1286951" y="1326960"/>
          <a:ext cx="1326378" cy="13263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4B59E1C-1D1F-491D-AA45-69B710A43C65}">
      <dsp:nvSpPr>
        <dsp:cNvPr id="0" name=""/>
        <dsp:cNvSpPr/>
      </dsp:nvSpPr>
      <dsp:spPr>
        <a:xfrm>
          <a:off x="1950140" y="1326960"/>
          <a:ext cx="7076712" cy="132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6">
                  <a:lumMod val="10000"/>
                </a:schemeClr>
              </a:solidFill>
            </a:rPr>
            <a:t>What is the desired takeaway for your audience?</a:t>
          </a:r>
        </a:p>
      </dsp:txBody>
      <dsp:txXfrm>
        <a:off x="1950140" y="1326960"/>
        <a:ext cx="7076712" cy="1326378"/>
      </dsp:txXfrm>
    </dsp:sp>
    <dsp:sp modelId="{3E830178-CFA9-4441-8443-3A71511B0B9B}">
      <dsp:nvSpPr>
        <dsp:cNvPr id="0" name=""/>
        <dsp:cNvSpPr/>
      </dsp:nvSpPr>
      <dsp:spPr>
        <a:xfrm>
          <a:off x="1286951" y="2653338"/>
          <a:ext cx="1326378" cy="13263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17EEB1C-F82E-466E-BF6B-7E087B599F25}">
      <dsp:nvSpPr>
        <dsp:cNvPr id="0" name=""/>
        <dsp:cNvSpPr/>
      </dsp:nvSpPr>
      <dsp:spPr>
        <a:xfrm>
          <a:off x="1950140" y="2653338"/>
          <a:ext cx="7076712" cy="132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6">
                  <a:lumMod val="10000"/>
                </a:schemeClr>
              </a:solidFill>
            </a:rPr>
            <a:t>What can you know about your audience before?</a:t>
          </a:r>
        </a:p>
      </dsp:txBody>
      <dsp:txXfrm>
        <a:off x="1950140" y="2653338"/>
        <a:ext cx="7076712" cy="1326378"/>
      </dsp:txXfrm>
    </dsp:sp>
    <dsp:sp modelId="{337CB056-E072-438A-8463-25958C522947}">
      <dsp:nvSpPr>
        <dsp:cNvPr id="0" name=""/>
        <dsp:cNvSpPr/>
      </dsp:nvSpPr>
      <dsp:spPr>
        <a:xfrm>
          <a:off x="1286951" y="3979716"/>
          <a:ext cx="1326378" cy="13263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947D74F-7533-4AEB-87BB-10430D6773C6}">
      <dsp:nvSpPr>
        <dsp:cNvPr id="0" name=""/>
        <dsp:cNvSpPr/>
      </dsp:nvSpPr>
      <dsp:spPr>
        <a:xfrm>
          <a:off x="1950140" y="3979716"/>
          <a:ext cx="7076712" cy="132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6">
                  <a:lumMod val="10000"/>
                </a:schemeClr>
              </a:solidFill>
            </a:rPr>
            <a:t>What does your audience want from your presentation?</a:t>
          </a:r>
        </a:p>
      </dsp:txBody>
      <dsp:txXfrm>
        <a:off x="1950140" y="3979716"/>
        <a:ext cx="7076712" cy="1326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3D4EA-BA54-47FA-A939-7A14E08A854D}">
      <dsp:nvSpPr>
        <dsp:cNvPr id="0" name=""/>
        <dsp:cNvSpPr/>
      </dsp:nvSpPr>
      <dsp:spPr>
        <a:xfrm>
          <a:off x="0" y="370791"/>
          <a:ext cx="8168217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944" tIns="291592" rIns="6339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Hook your audience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What is the problem/question?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Thesis Statement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Argument Overview</a:t>
          </a:r>
        </a:p>
      </dsp:txBody>
      <dsp:txXfrm>
        <a:off x="0" y="370791"/>
        <a:ext cx="8168217" cy="1234800"/>
      </dsp:txXfrm>
    </dsp:sp>
    <dsp:sp modelId="{5C85B439-89D7-4714-A306-14ED07D92BFA}">
      <dsp:nvSpPr>
        <dsp:cNvPr id="0" name=""/>
        <dsp:cNvSpPr/>
      </dsp:nvSpPr>
      <dsp:spPr>
        <a:xfrm>
          <a:off x="408410" y="164151"/>
          <a:ext cx="571775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117" tIns="0" rIns="21611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Introduction</a:t>
          </a:r>
        </a:p>
      </dsp:txBody>
      <dsp:txXfrm>
        <a:off x="428585" y="184326"/>
        <a:ext cx="5677401" cy="372930"/>
      </dsp:txXfrm>
    </dsp:sp>
    <dsp:sp modelId="{595D7C50-202A-446E-91F7-450B470FD510}">
      <dsp:nvSpPr>
        <dsp:cNvPr id="0" name=""/>
        <dsp:cNvSpPr/>
      </dsp:nvSpPr>
      <dsp:spPr>
        <a:xfrm>
          <a:off x="0" y="1887831"/>
          <a:ext cx="8168217" cy="584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944" tIns="291592" rIns="6339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Evidence that supports thesis</a:t>
          </a:r>
        </a:p>
      </dsp:txBody>
      <dsp:txXfrm>
        <a:off x="0" y="1887831"/>
        <a:ext cx="8168217" cy="584325"/>
      </dsp:txXfrm>
    </dsp:sp>
    <dsp:sp modelId="{E1D6B3DA-73E6-4684-8305-8B3373F65433}">
      <dsp:nvSpPr>
        <dsp:cNvPr id="0" name=""/>
        <dsp:cNvSpPr/>
      </dsp:nvSpPr>
      <dsp:spPr>
        <a:xfrm>
          <a:off x="408410" y="1681191"/>
          <a:ext cx="571775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117" tIns="0" rIns="21611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Body Paragraph 1</a:t>
          </a:r>
        </a:p>
      </dsp:txBody>
      <dsp:txXfrm>
        <a:off x="428585" y="1701366"/>
        <a:ext cx="5677401" cy="372930"/>
      </dsp:txXfrm>
    </dsp:sp>
    <dsp:sp modelId="{AEEE3F41-F01B-4C4C-A769-34D256FB582C}">
      <dsp:nvSpPr>
        <dsp:cNvPr id="0" name=""/>
        <dsp:cNvSpPr/>
      </dsp:nvSpPr>
      <dsp:spPr>
        <a:xfrm>
          <a:off x="0" y="2754396"/>
          <a:ext cx="8168217" cy="584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944" tIns="291592" rIns="6339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Evidence that supports thesis</a:t>
          </a:r>
        </a:p>
      </dsp:txBody>
      <dsp:txXfrm>
        <a:off x="0" y="2754396"/>
        <a:ext cx="8168217" cy="584325"/>
      </dsp:txXfrm>
    </dsp:sp>
    <dsp:sp modelId="{7B2D2F96-DE82-4583-ADB0-89CA6840D7B4}">
      <dsp:nvSpPr>
        <dsp:cNvPr id="0" name=""/>
        <dsp:cNvSpPr/>
      </dsp:nvSpPr>
      <dsp:spPr>
        <a:xfrm>
          <a:off x="408410" y="2547756"/>
          <a:ext cx="571775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117" tIns="0" rIns="21611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Body Paragraph 2</a:t>
          </a:r>
        </a:p>
      </dsp:txBody>
      <dsp:txXfrm>
        <a:off x="428585" y="2567931"/>
        <a:ext cx="5677401" cy="372930"/>
      </dsp:txXfrm>
    </dsp:sp>
    <dsp:sp modelId="{B45D9214-0484-439C-96CD-5C24A55D276E}">
      <dsp:nvSpPr>
        <dsp:cNvPr id="0" name=""/>
        <dsp:cNvSpPr/>
      </dsp:nvSpPr>
      <dsp:spPr>
        <a:xfrm>
          <a:off x="0" y="3620961"/>
          <a:ext cx="8168217" cy="584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944" tIns="291592" rIns="6339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Evidence that supports thesis</a:t>
          </a:r>
        </a:p>
      </dsp:txBody>
      <dsp:txXfrm>
        <a:off x="0" y="3620961"/>
        <a:ext cx="8168217" cy="584325"/>
      </dsp:txXfrm>
    </dsp:sp>
    <dsp:sp modelId="{7181BC72-9B6C-4042-B0D4-66D6F2316A8B}">
      <dsp:nvSpPr>
        <dsp:cNvPr id="0" name=""/>
        <dsp:cNvSpPr/>
      </dsp:nvSpPr>
      <dsp:spPr>
        <a:xfrm>
          <a:off x="408410" y="3414321"/>
          <a:ext cx="571775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117" tIns="0" rIns="21611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Body Paragraph 3</a:t>
          </a:r>
        </a:p>
      </dsp:txBody>
      <dsp:txXfrm>
        <a:off x="428585" y="3434496"/>
        <a:ext cx="5677401" cy="372930"/>
      </dsp:txXfrm>
    </dsp:sp>
    <dsp:sp modelId="{79D8CE8A-3CFE-4634-8FF3-EA54FC7F122F}">
      <dsp:nvSpPr>
        <dsp:cNvPr id="0" name=""/>
        <dsp:cNvSpPr/>
      </dsp:nvSpPr>
      <dsp:spPr>
        <a:xfrm>
          <a:off x="0" y="4487526"/>
          <a:ext cx="8168217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944" tIns="291592" rIns="6339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Call to Action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accent6">
                  <a:lumMod val="10000"/>
                </a:schemeClr>
              </a:solidFill>
            </a:rPr>
            <a:t>What do you want your audience to walk away with</a:t>
          </a:r>
        </a:p>
      </dsp:txBody>
      <dsp:txXfrm>
        <a:off x="0" y="4487526"/>
        <a:ext cx="8168217" cy="793800"/>
      </dsp:txXfrm>
    </dsp:sp>
    <dsp:sp modelId="{D11C9215-0B23-46FF-AF89-45C38BFFB5D9}">
      <dsp:nvSpPr>
        <dsp:cNvPr id="0" name=""/>
        <dsp:cNvSpPr/>
      </dsp:nvSpPr>
      <dsp:spPr>
        <a:xfrm>
          <a:off x="408410" y="4280886"/>
          <a:ext cx="571775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117" tIns="0" rIns="21611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Conclusion Paragraph</a:t>
          </a:r>
        </a:p>
      </dsp:txBody>
      <dsp:txXfrm>
        <a:off x="428585" y="4301061"/>
        <a:ext cx="5677401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15DA6-660A-4EC3-AB1D-BEDD291E033A}">
      <dsp:nvSpPr>
        <dsp:cNvPr id="0" name=""/>
        <dsp:cNvSpPr/>
      </dsp:nvSpPr>
      <dsp:spPr>
        <a:xfrm>
          <a:off x="972034" y="588408"/>
          <a:ext cx="2784131" cy="3275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C34A4-7F16-48FC-B64C-18114728BA0D}">
      <dsp:nvSpPr>
        <dsp:cNvPr id="0" name=""/>
        <dsp:cNvSpPr/>
      </dsp:nvSpPr>
      <dsp:spPr>
        <a:xfrm>
          <a:off x="972034" y="711420"/>
          <a:ext cx="204532" cy="2045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371FD-F669-421B-825A-1A244A2AED9A}">
      <dsp:nvSpPr>
        <dsp:cNvPr id="0" name=""/>
        <dsp:cNvSpPr/>
      </dsp:nvSpPr>
      <dsp:spPr>
        <a:xfrm>
          <a:off x="972034" y="0"/>
          <a:ext cx="2784131" cy="58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6">
                  <a:lumMod val="10000"/>
                </a:schemeClr>
              </a:solidFill>
            </a:rPr>
            <a:t>Slides are Visual Aids</a:t>
          </a:r>
        </a:p>
      </dsp:txBody>
      <dsp:txXfrm>
        <a:off x="972034" y="0"/>
        <a:ext cx="2784131" cy="588408"/>
      </dsp:txXfrm>
    </dsp:sp>
    <dsp:sp modelId="{C783CBEA-F226-43DC-8DFC-881A50242DD6}">
      <dsp:nvSpPr>
        <dsp:cNvPr id="0" name=""/>
        <dsp:cNvSpPr/>
      </dsp:nvSpPr>
      <dsp:spPr>
        <a:xfrm>
          <a:off x="972034" y="1188179"/>
          <a:ext cx="204527" cy="204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FB31C-4BB7-4574-8D07-9A41218DB7C4}">
      <dsp:nvSpPr>
        <dsp:cNvPr id="0" name=""/>
        <dsp:cNvSpPr/>
      </dsp:nvSpPr>
      <dsp:spPr>
        <a:xfrm>
          <a:off x="1166923" y="1052066"/>
          <a:ext cx="2589242" cy="476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accent6">
                  <a:lumMod val="10000"/>
                </a:schemeClr>
              </a:solidFill>
            </a:rPr>
            <a:t>Limit Text</a:t>
          </a:r>
        </a:p>
      </dsp:txBody>
      <dsp:txXfrm>
        <a:off x="1166923" y="1052066"/>
        <a:ext cx="2589242" cy="476753"/>
      </dsp:txXfrm>
    </dsp:sp>
    <dsp:sp modelId="{2F10A30C-1AD2-4A7F-8DFF-8CF0E41647FB}">
      <dsp:nvSpPr>
        <dsp:cNvPr id="0" name=""/>
        <dsp:cNvSpPr/>
      </dsp:nvSpPr>
      <dsp:spPr>
        <a:xfrm>
          <a:off x="972034" y="1664933"/>
          <a:ext cx="204527" cy="204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DCE81-04A5-493D-8648-7617E9C2CCD3}">
      <dsp:nvSpPr>
        <dsp:cNvPr id="0" name=""/>
        <dsp:cNvSpPr/>
      </dsp:nvSpPr>
      <dsp:spPr>
        <a:xfrm>
          <a:off x="1166923" y="1528820"/>
          <a:ext cx="2589242" cy="476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accent6">
                  <a:lumMod val="10000"/>
                </a:schemeClr>
              </a:solidFill>
            </a:rPr>
            <a:t>Graphs and Charts</a:t>
          </a:r>
        </a:p>
      </dsp:txBody>
      <dsp:txXfrm>
        <a:off x="1166923" y="1528820"/>
        <a:ext cx="2589242" cy="476753"/>
      </dsp:txXfrm>
    </dsp:sp>
    <dsp:sp modelId="{4D94323E-7F34-4945-97D3-E20B21E3E1BF}">
      <dsp:nvSpPr>
        <dsp:cNvPr id="0" name=""/>
        <dsp:cNvSpPr/>
      </dsp:nvSpPr>
      <dsp:spPr>
        <a:xfrm>
          <a:off x="972034" y="2141686"/>
          <a:ext cx="204527" cy="204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2A389-7480-4BB9-A1EF-33811AFCF852}">
      <dsp:nvSpPr>
        <dsp:cNvPr id="0" name=""/>
        <dsp:cNvSpPr/>
      </dsp:nvSpPr>
      <dsp:spPr>
        <a:xfrm>
          <a:off x="1166923" y="2005573"/>
          <a:ext cx="2589242" cy="476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accent6">
                  <a:lumMod val="10000"/>
                </a:schemeClr>
              </a:solidFill>
            </a:rPr>
            <a:t>Focused Content</a:t>
          </a:r>
        </a:p>
      </dsp:txBody>
      <dsp:txXfrm>
        <a:off x="1166923" y="2005573"/>
        <a:ext cx="2589242" cy="476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4F89C-F796-4750-9F00-28E7D1951502}" type="datetimeFigureOut">
              <a:rPr lang="en-US" smtClean="0"/>
              <a:t>4/3/24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62050"/>
            <a:ext cx="56038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D6EF8-2372-4A91-B58D-1810561A3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5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>
            <a:spLocks noGrp="1"/>
          </p:cNvSpPr>
          <p:nvPr>
            <p:ph type="title" hasCustomPrompt="1"/>
          </p:nvPr>
        </p:nvSpPr>
        <p:spPr bwMode="ltGray">
          <a:xfrm>
            <a:off x="0" y="0"/>
            <a:ext cx="12252325" cy="475488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749808" tIns="2651760" rIns="4389120" bIns="0"/>
          <a:lstStyle>
            <a:lvl1pPr>
              <a:lnSpc>
                <a:spcPts val="32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9808" y="3969038"/>
            <a:ext cx="5780221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>
          <a:xfrm>
            <a:off x="749300" y="5949284"/>
            <a:ext cx="2546969" cy="365125"/>
          </a:xfrm>
        </p:spPr>
        <p:txBody>
          <a:bodyPr lIns="0" tIns="0" rIns="0" bIns="0" anchor="b" anchorCtr="0"/>
          <a:lstStyle>
            <a:lvl1pPr>
              <a:defRPr lang="en-US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8FF1D2E-3B2B-433D-9D80-E39C7F325E91}" type="datetime1">
              <a:rPr lang="en-US" smtClean="0"/>
              <a:t>4/3/24</a:t>
            </a:fld>
            <a:endParaRPr lang="en-US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419088" y="2727980"/>
            <a:ext cx="5832140" cy="4133286"/>
          </a:xfrm>
          <a:custGeom>
            <a:avLst/>
            <a:gdLst>
              <a:gd name="connsiteX0" fmla="*/ 0 w 5832140"/>
              <a:gd name="connsiteY0" fmla="*/ 0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0 w 5832140"/>
              <a:gd name="connsiteY4" fmla="*/ 0 h 4236450"/>
              <a:gd name="connsiteX0" fmla="*/ 4302034 w 5832140"/>
              <a:gd name="connsiteY0" fmla="*/ 322217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302034 w 5832140"/>
              <a:gd name="connsiteY4" fmla="*/ 322217 h 4236450"/>
              <a:gd name="connsiteX0" fmla="*/ 4251490 w 5832140"/>
              <a:gd name="connsiteY0" fmla="*/ 115443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251490 w 5832140"/>
              <a:gd name="connsiteY4" fmla="*/ 115443 h 4236450"/>
              <a:gd name="connsiteX0" fmla="*/ 4320938 w 5832140"/>
              <a:gd name="connsiteY0" fmla="*/ 141486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320938 w 5832140"/>
              <a:gd name="connsiteY4" fmla="*/ 141486 h 4236450"/>
              <a:gd name="connsiteX0" fmla="*/ 4251490 w 5832140"/>
              <a:gd name="connsiteY0" fmla="*/ 109655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251490 w 5832140"/>
              <a:gd name="connsiteY4" fmla="*/ 109655 h 4236450"/>
              <a:gd name="connsiteX0" fmla="*/ 4251490 w 5832140"/>
              <a:gd name="connsiteY0" fmla="*/ 0 h 4126795"/>
              <a:gd name="connsiteX1" fmla="*/ 5832140 w 5832140"/>
              <a:gd name="connsiteY1" fmla="*/ 1554206 h 4126795"/>
              <a:gd name="connsiteX2" fmla="*/ 5832140 w 5832140"/>
              <a:gd name="connsiteY2" fmla="*/ 4126795 h 4126795"/>
              <a:gd name="connsiteX3" fmla="*/ 0 w 5832140"/>
              <a:gd name="connsiteY3" fmla="*/ 4126795 h 4126795"/>
              <a:gd name="connsiteX4" fmla="*/ 4251490 w 5832140"/>
              <a:gd name="connsiteY4" fmla="*/ 0 h 4126795"/>
              <a:gd name="connsiteX0" fmla="*/ 4251490 w 5832140"/>
              <a:gd name="connsiteY0" fmla="*/ 0 h 4126795"/>
              <a:gd name="connsiteX1" fmla="*/ 5832140 w 5832140"/>
              <a:gd name="connsiteY1" fmla="*/ 1613109 h 4126795"/>
              <a:gd name="connsiteX2" fmla="*/ 5832140 w 5832140"/>
              <a:gd name="connsiteY2" fmla="*/ 4126795 h 4126795"/>
              <a:gd name="connsiteX3" fmla="*/ 0 w 5832140"/>
              <a:gd name="connsiteY3" fmla="*/ 4126795 h 4126795"/>
              <a:gd name="connsiteX4" fmla="*/ 4251490 w 5832140"/>
              <a:gd name="connsiteY4" fmla="*/ 0 h 4126795"/>
              <a:gd name="connsiteX0" fmla="*/ 4251490 w 5832140"/>
              <a:gd name="connsiteY0" fmla="*/ 0 h 4126795"/>
              <a:gd name="connsiteX1" fmla="*/ 5832140 w 5832140"/>
              <a:gd name="connsiteY1" fmla="*/ 1613109 h 4126795"/>
              <a:gd name="connsiteX2" fmla="*/ 5580680 w 5832140"/>
              <a:gd name="connsiteY2" fmla="*/ 3940649 h 4126795"/>
              <a:gd name="connsiteX3" fmla="*/ 0 w 5832140"/>
              <a:gd name="connsiteY3" fmla="*/ 4126795 h 4126795"/>
              <a:gd name="connsiteX4" fmla="*/ 4251490 w 5832140"/>
              <a:gd name="connsiteY4" fmla="*/ 0 h 4126795"/>
              <a:gd name="connsiteX0" fmla="*/ 4251490 w 5832140"/>
              <a:gd name="connsiteY0" fmla="*/ 0 h 4130061"/>
              <a:gd name="connsiteX1" fmla="*/ 5832140 w 5832140"/>
              <a:gd name="connsiteY1" fmla="*/ 1613109 h 4130061"/>
              <a:gd name="connsiteX2" fmla="*/ 5828875 w 5832140"/>
              <a:gd name="connsiteY2" fmla="*/ 4130061 h 4130061"/>
              <a:gd name="connsiteX3" fmla="*/ 0 w 5832140"/>
              <a:gd name="connsiteY3" fmla="*/ 4126795 h 4130061"/>
              <a:gd name="connsiteX4" fmla="*/ 4251490 w 5832140"/>
              <a:gd name="connsiteY4" fmla="*/ 0 h 4130061"/>
              <a:gd name="connsiteX0" fmla="*/ 4234430 w 5832140"/>
              <a:gd name="connsiteY0" fmla="*/ 0 h 4123237"/>
              <a:gd name="connsiteX1" fmla="*/ 5832140 w 5832140"/>
              <a:gd name="connsiteY1" fmla="*/ 1606285 h 4123237"/>
              <a:gd name="connsiteX2" fmla="*/ 5828875 w 5832140"/>
              <a:gd name="connsiteY2" fmla="*/ 4123237 h 4123237"/>
              <a:gd name="connsiteX3" fmla="*/ 0 w 5832140"/>
              <a:gd name="connsiteY3" fmla="*/ 4119971 h 4123237"/>
              <a:gd name="connsiteX4" fmla="*/ 4234430 w 5832140"/>
              <a:gd name="connsiteY4" fmla="*/ 0 h 4123237"/>
              <a:gd name="connsiteX0" fmla="*/ 4329890 w 5832140"/>
              <a:gd name="connsiteY0" fmla="*/ 0 h 4130774"/>
              <a:gd name="connsiteX1" fmla="*/ 5832140 w 5832140"/>
              <a:gd name="connsiteY1" fmla="*/ 1613822 h 4130774"/>
              <a:gd name="connsiteX2" fmla="*/ 5828875 w 5832140"/>
              <a:gd name="connsiteY2" fmla="*/ 4130774 h 4130774"/>
              <a:gd name="connsiteX3" fmla="*/ 0 w 5832140"/>
              <a:gd name="connsiteY3" fmla="*/ 4127508 h 4130774"/>
              <a:gd name="connsiteX4" fmla="*/ 4329890 w 5832140"/>
              <a:gd name="connsiteY4" fmla="*/ 0 h 4130774"/>
              <a:gd name="connsiteX0" fmla="*/ 4236942 w 5832140"/>
              <a:gd name="connsiteY0" fmla="*/ 0 h 4133286"/>
              <a:gd name="connsiteX1" fmla="*/ 5832140 w 5832140"/>
              <a:gd name="connsiteY1" fmla="*/ 1616334 h 4133286"/>
              <a:gd name="connsiteX2" fmla="*/ 5828875 w 5832140"/>
              <a:gd name="connsiteY2" fmla="*/ 4133286 h 4133286"/>
              <a:gd name="connsiteX3" fmla="*/ 0 w 5832140"/>
              <a:gd name="connsiteY3" fmla="*/ 4130020 h 4133286"/>
              <a:gd name="connsiteX4" fmla="*/ 4236942 w 5832140"/>
              <a:gd name="connsiteY4" fmla="*/ 0 h 4133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2140" h="4133286">
                <a:moveTo>
                  <a:pt x="4236942" y="0"/>
                </a:moveTo>
                <a:lnTo>
                  <a:pt x="5832140" y="1616334"/>
                </a:lnTo>
                <a:cubicBezTo>
                  <a:pt x="5831052" y="2455318"/>
                  <a:pt x="5829963" y="3294302"/>
                  <a:pt x="5828875" y="4133286"/>
                </a:cubicBezTo>
                <a:lnTo>
                  <a:pt x="0" y="4130020"/>
                </a:lnTo>
                <a:lnTo>
                  <a:pt x="4236942" y="0"/>
                </a:lnTo>
                <a:close/>
              </a:path>
            </a:pathLst>
          </a:custGeom>
          <a:noFill/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425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photo and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>
            <a:spLocks noGrp="1"/>
          </p:cNvSpPr>
          <p:nvPr>
            <p:ph type="title" hasCustomPrompt="1"/>
          </p:nvPr>
        </p:nvSpPr>
        <p:spPr bwMode="ltGray">
          <a:xfrm>
            <a:off x="0" y="0"/>
            <a:ext cx="12252325" cy="475488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749808" tIns="2651760" rIns="4389120" bIns="0"/>
          <a:lstStyle>
            <a:lvl1pPr>
              <a:lnSpc>
                <a:spcPts val="32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9808" y="3969038"/>
            <a:ext cx="5780221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>
          <a:xfrm>
            <a:off x="749300" y="5949284"/>
            <a:ext cx="2546969" cy="365125"/>
          </a:xfrm>
        </p:spPr>
        <p:txBody>
          <a:bodyPr lIns="0" tIns="0" rIns="0" bIns="0" anchor="b" anchorCtr="0"/>
          <a:lstStyle>
            <a:lvl1pPr>
              <a:defRPr lang="en-US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9F2A0C4-0102-4150-9DE0-9AA73A65CBF9}" type="datetime1">
              <a:rPr lang="en-US" smtClean="0"/>
              <a:t>4/3/24</a:t>
            </a:fld>
            <a:endParaRPr lang="en-US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419088" y="2727980"/>
            <a:ext cx="5832140" cy="4133286"/>
          </a:xfrm>
          <a:custGeom>
            <a:avLst/>
            <a:gdLst>
              <a:gd name="connsiteX0" fmla="*/ 0 w 5832140"/>
              <a:gd name="connsiteY0" fmla="*/ 0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0 w 5832140"/>
              <a:gd name="connsiteY4" fmla="*/ 0 h 4236450"/>
              <a:gd name="connsiteX0" fmla="*/ 4302034 w 5832140"/>
              <a:gd name="connsiteY0" fmla="*/ 322217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302034 w 5832140"/>
              <a:gd name="connsiteY4" fmla="*/ 322217 h 4236450"/>
              <a:gd name="connsiteX0" fmla="*/ 4251490 w 5832140"/>
              <a:gd name="connsiteY0" fmla="*/ 115443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251490 w 5832140"/>
              <a:gd name="connsiteY4" fmla="*/ 115443 h 4236450"/>
              <a:gd name="connsiteX0" fmla="*/ 4320938 w 5832140"/>
              <a:gd name="connsiteY0" fmla="*/ 141486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320938 w 5832140"/>
              <a:gd name="connsiteY4" fmla="*/ 141486 h 4236450"/>
              <a:gd name="connsiteX0" fmla="*/ 4251490 w 5832140"/>
              <a:gd name="connsiteY0" fmla="*/ 109655 h 4236450"/>
              <a:gd name="connsiteX1" fmla="*/ 5832140 w 5832140"/>
              <a:gd name="connsiteY1" fmla="*/ 0 h 4236450"/>
              <a:gd name="connsiteX2" fmla="*/ 5832140 w 5832140"/>
              <a:gd name="connsiteY2" fmla="*/ 4236450 h 4236450"/>
              <a:gd name="connsiteX3" fmla="*/ 0 w 5832140"/>
              <a:gd name="connsiteY3" fmla="*/ 4236450 h 4236450"/>
              <a:gd name="connsiteX4" fmla="*/ 4251490 w 5832140"/>
              <a:gd name="connsiteY4" fmla="*/ 109655 h 4236450"/>
              <a:gd name="connsiteX0" fmla="*/ 4251490 w 5832140"/>
              <a:gd name="connsiteY0" fmla="*/ 0 h 4126795"/>
              <a:gd name="connsiteX1" fmla="*/ 5832140 w 5832140"/>
              <a:gd name="connsiteY1" fmla="*/ 1554206 h 4126795"/>
              <a:gd name="connsiteX2" fmla="*/ 5832140 w 5832140"/>
              <a:gd name="connsiteY2" fmla="*/ 4126795 h 4126795"/>
              <a:gd name="connsiteX3" fmla="*/ 0 w 5832140"/>
              <a:gd name="connsiteY3" fmla="*/ 4126795 h 4126795"/>
              <a:gd name="connsiteX4" fmla="*/ 4251490 w 5832140"/>
              <a:gd name="connsiteY4" fmla="*/ 0 h 4126795"/>
              <a:gd name="connsiteX0" fmla="*/ 4251490 w 5832140"/>
              <a:gd name="connsiteY0" fmla="*/ 0 h 4126795"/>
              <a:gd name="connsiteX1" fmla="*/ 5832140 w 5832140"/>
              <a:gd name="connsiteY1" fmla="*/ 1613109 h 4126795"/>
              <a:gd name="connsiteX2" fmla="*/ 5832140 w 5832140"/>
              <a:gd name="connsiteY2" fmla="*/ 4126795 h 4126795"/>
              <a:gd name="connsiteX3" fmla="*/ 0 w 5832140"/>
              <a:gd name="connsiteY3" fmla="*/ 4126795 h 4126795"/>
              <a:gd name="connsiteX4" fmla="*/ 4251490 w 5832140"/>
              <a:gd name="connsiteY4" fmla="*/ 0 h 4126795"/>
              <a:gd name="connsiteX0" fmla="*/ 4251490 w 5832140"/>
              <a:gd name="connsiteY0" fmla="*/ 0 h 4126795"/>
              <a:gd name="connsiteX1" fmla="*/ 5832140 w 5832140"/>
              <a:gd name="connsiteY1" fmla="*/ 1613109 h 4126795"/>
              <a:gd name="connsiteX2" fmla="*/ 5580680 w 5832140"/>
              <a:gd name="connsiteY2" fmla="*/ 3940649 h 4126795"/>
              <a:gd name="connsiteX3" fmla="*/ 0 w 5832140"/>
              <a:gd name="connsiteY3" fmla="*/ 4126795 h 4126795"/>
              <a:gd name="connsiteX4" fmla="*/ 4251490 w 5832140"/>
              <a:gd name="connsiteY4" fmla="*/ 0 h 4126795"/>
              <a:gd name="connsiteX0" fmla="*/ 4251490 w 5832140"/>
              <a:gd name="connsiteY0" fmla="*/ 0 h 4130061"/>
              <a:gd name="connsiteX1" fmla="*/ 5832140 w 5832140"/>
              <a:gd name="connsiteY1" fmla="*/ 1613109 h 4130061"/>
              <a:gd name="connsiteX2" fmla="*/ 5828875 w 5832140"/>
              <a:gd name="connsiteY2" fmla="*/ 4130061 h 4130061"/>
              <a:gd name="connsiteX3" fmla="*/ 0 w 5832140"/>
              <a:gd name="connsiteY3" fmla="*/ 4126795 h 4130061"/>
              <a:gd name="connsiteX4" fmla="*/ 4251490 w 5832140"/>
              <a:gd name="connsiteY4" fmla="*/ 0 h 4130061"/>
              <a:gd name="connsiteX0" fmla="*/ 4234430 w 5832140"/>
              <a:gd name="connsiteY0" fmla="*/ 0 h 4123237"/>
              <a:gd name="connsiteX1" fmla="*/ 5832140 w 5832140"/>
              <a:gd name="connsiteY1" fmla="*/ 1606285 h 4123237"/>
              <a:gd name="connsiteX2" fmla="*/ 5828875 w 5832140"/>
              <a:gd name="connsiteY2" fmla="*/ 4123237 h 4123237"/>
              <a:gd name="connsiteX3" fmla="*/ 0 w 5832140"/>
              <a:gd name="connsiteY3" fmla="*/ 4119971 h 4123237"/>
              <a:gd name="connsiteX4" fmla="*/ 4234430 w 5832140"/>
              <a:gd name="connsiteY4" fmla="*/ 0 h 4123237"/>
              <a:gd name="connsiteX0" fmla="*/ 4329890 w 5832140"/>
              <a:gd name="connsiteY0" fmla="*/ 0 h 4130774"/>
              <a:gd name="connsiteX1" fmla="*/ 5832140 w 5832140"/>
              <a:gd name="connsiteY1" fmla="*/ 1613822 h 4130774"/>
              <a:gd name="connsiteX2" fmla="*/ 5828875 w 5832140"/>
              <a:gd name="connsiteY2" fmla="*/ 4130774 h 4130774"/>
              <a:gd name="connsiteX3" fmla="*/ 0 w 5832140"/>
              <a:gd name="connsiteY3" fmla="*/ 4127508 h 4130774"/>
              <a:gd name="connsiteX4" fmla="*/ 4329890 w 5832140"/>
              <a:gd name="connsiteY4" fmla="*/ 0 h 4130774"/>
              <a:gd name="connsiteX0" fmla="*/ 4236942 w 5832140"/>
              <a:gd name="connsiteY0" fmla="*/ 0 h 4133286"/>
              <a:gd name="connsiteX1" fmla="*/ 5832140 w 5832140"/>
              <a:gd name="connsiteY1" fmla="*/ 1616334 h 4133286"/>
              <a:gd name="connsiteX2" fmla="*/ 5828875 w 5832140"/>
              <a:gd name="connsiteY2" fmla="*/ 4133286 h 4133286"/>
              <a:gd name="connsiteX3" fmla="*/ 0 w 5832140"/>
              <a:gd name="connsiteY3" fmla="*/ 4130020 h 4133286"/>
              <a:gd name="connsiteX4" fmla="*/ 4236942 w 5832140"/>
              <a:gd name="connsiteY4" fmla="*/ 0 h 4133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2140" h="4133286">
                <a:moveTo>
                  <a:pt x="4236942" y="0"/>
                </a:moveTo>
                <a:lnTo>
                  <a:pt x="5832140" y="1616334"/>
                </a:lnTo>
                <a:cubicBezTo>
                  <a:pt x="5831052" y="2455318"/>
                  <a:pt x="5829963" y="3294302"/>
                  <a:pt x="5828875" y="4133286"/>
                </a:cubicBezTo>
                <a:lnTo>
                  <a:pt x="0" y="4130020"/>
                </a:lnTo>
                <a:lnTo>
                  <a:pt x="4236942" y="0"/>
                </a:lnTo>
                <a:close/>
              </a:path>
            </a:pathLst>
          </a:custGeom>
          <a:noFill/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9300" y="6400800"/>
            <a:ext cx="3700462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This document and all information herein are confidential, and may not be used, reproduced or distributed without prior authorization of </a:t>
            </a:r>
            <a:r>
              <a:rPr lang="en-US" sz="800" dirty="0" err="1"/>
              <a:t>TechnipFMC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9605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no photo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9300" y="3968496"/>
            <a:ext cx="5780221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>
          <a:xfrm>
            <a:off x="749300" y="5949284"/>
            <a:ext cx="2546969" cy="365125"/>
          </a:xfrm>
        </p:spPr>
        <p:txBody>
          <a:bodyPr lIns="0" tIns="0" rIns="0" bIns="0" anchor="b" anchorCtr="0"/>
          <a:lstStyle>
            <a:lvl1pPr>
              <a:defRPr lang="en-US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4/3/24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9300" y="2651764"/>
            <a:ext cx="5781583" cy="1307465"/>
          </a:xfrm>
        </p:spPr>
        <p:txBody>
          <a:bodyPr/>
          <a:lstStyle>
            <a:lvl1pPr>
              <a:lnSpc>
                <a:spcPts val="32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066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no photo/with disclaimer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9300" y="3968496"/>
            <a:ext cx="5780221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>
          <a:xfrm>
            <a:off x="749300" y="5949284"/>
            <a:ext cx="2546969" cy="365125"/>
          </a:xfrm>
        </p:spPr>
        <p:txBody>
          <a:bodyPr lIns="0" tIns="0" rIns="0" bIns="0" anchor="b" anchorCtr="0"/>
          <a:lstStyle>
            <a:lvl1pPr>
              <a:defRPr lang="en-US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C6216F5-9126-4613-9191-CF9644E8C39A}" type="datetime1">
              <a:rPr lang="en-US" smtClean="0"/>
              <a:t>4/3/24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9300" y="2651764"/>
            <a:ext cx="5781583" cy="1307465"/>
          </a:xfrm>
        </p:spPr>
        <p:txBody>
          <a:bodyPr/>
          <a:lstStyle>
            <a:lvl1pPr>
              <a:lnSpc>
                <a:spcPts val="32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49300" y="6400800"/>
            <a:ext cx="3700462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This document and all information herein are confidential, and may not be used, reproduced or distributed without prior authorization of </a:t>
            </a:r>
            <a:r>
              <a:rPr lang="en-US" sz="800" dirty="0" err="1"/>
              <a:t>TechnipFMC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40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9496" y="1509716"/>
            <a:ext cx="11173968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555456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9496" y="1509714"/>
            <a:ext cx="5468112" cy="47529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3"/>
          </p:nvPr>
        </p:nvSpPr>
        <p:spPr>
          <a:xfrm>
            <a:off x="6245035" y="1509712"/>
            <a:ext cx="5468112" cy="475297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74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39496" y="1509712"/>
            <a:ext cx="3566160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1"/>
          </p:nvPr>
        </p:nvSpPr>
        <p:spPr>
          <a:xfrm>
            <a:off x="4343083" y="1509712"/>
            <a:ext cx="3566160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2"/>
          </p:nvPr>
        </p:nvSpPr>
        <p:spPr>
          <a:xfrm>
            <a:off x="8145464" y="1509716"/>
            <a:ext cx="3566160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42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rs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9496" y="1509716"/>
            <a:ext cx="7370064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8146987" y="1509712"/>
            <a:ext cx="3566160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98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rs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1"/>
          </p:nvPr>
        </p:nvSpPr>
        <p:spPr>
          <a:xfrm>
            <a:off x="539496" y="1509716"/>
            <a:ext cx="3566160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2"/>
          </p:nvPr>
        </p:nvSpPr>
        <p:spPr>
          <a:xfrm>
            <a:off x="4343083" y="1509712"/>
            <a:ext cx="7370064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9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36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 and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539496" y="1509713"/>
            <a:ext cx="3566160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43083" y="1509713"/>
            <a:ext cx="3566160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146987" y="1509713"/>
            <a:ext cx="3566160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539496" y="3976688"/>
            <a:ext cx="3566160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7"/>
          </p:nvPr>
        </p:nvSpPr>
        <p:spPr>
          <a:xfrm>
            <a:off x="4343083" y="3976688"/>
            <a:ext cx="3566160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8"/>
          </p:nvPr>
        </p:nvSpPr>
        <p:spPr>
          <a:xfrm>
            <a:off x="8146987" y="3976688"/>
            <a:ext cx="3566160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4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9496" y="996696"/>
            <a:ext cx="7370064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9496" y="2209800"/>
            <a:ext cx="7370064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  <a:lvl4pPr marL="0" indent="0">
              <a:buNone/>
              <a:defRPr sz="1800">
                <a:solidFill>
                  <a:schemeClr val="bg1"/>
                </a:solidFill>
              </a:defRPr>
            </a:lvl4pPr>
            <a:lvl5pPr marL="0" indent="0">
              <a:buNone/>
              <a:defRPr sz="18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470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9496" y="996696"/>
            <a:ext cx="7370064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9496" y="2209800"/>
            <a:ext cx="7370064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  <a:lvl4pPr marL="0" indent="0">
              <a:buNone/>
              <a:defRPr sz="1800">
                <a:solidFill>
                  <a:schemeClr val="bg1"/>
                </a:solidFill>
              </a:defRPr>
            </a:lvl4pPr>
            <a:lvl5pPr marL="0" indent="0">
              <a:buNone/>
              <a:defRPr sz="18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30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9496" y="996696"/>
            <a:ext cx="7370064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9496" y="2209800"/>
            <a:ext cx="7370064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  <a:lvl4pPr marL="0" indent="0">
              <a:buNone/>
              <a:defRPr sz="1800">
                <a:solidFill>
                  <a:schemeClr val="bg1"/>
                </a:solidFill>
              </a:defRPr>
            </a:lvl4pPr>
            <a:lvl5pPr marL="0" indent="0">
              <a:buNone/>
              <a:defRPr sz="18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970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9496" y="996696"/>
            <a:ext cx="7370064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9496" y="2209800"/>
            <a:ext cx="7370064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  <a:lvl4pPr marL="0" indent="0">
              <a:buNone/>
              <a:defRPr sz="1800">
                <a:solidFill>
                  <a:schemeClr val="bg1"/>
                </a:solidFill>
              </a:defRPr>
            </a:lvl4pPr>
            <a:lvl5pPr marL="0" indent="0">
              <a:buNone/>
              <a:defRPr sz="18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552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ing 1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252325" cy="626363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6245035" y="1230312"/>
            <a:ext cx="5468112" cy="17414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/>
          </p:nvPr>
        </p:nvSpPr>
        <p:spPr bwMode="white">
          <a:xfrm>
            <a:off x="6245035" y="3157538"/>
            <a:ext cx="5468112" cy="3106102"/>
          </a:xfrm>
        </p:spPr>
        <p:txBody>
          <a:bodyPr/>
          <a:lstStyle>
            <a:lvl1pPr>
              <a:spcAft>
                <a:spcPts val="0"/>
              </a:spcAft>
              <a:defRPr sz="2400" b="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31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ing 2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252325" cy="62636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539496" y="1230314"/>
            <a:ext cx="5468112" cy="15509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/>
          </p:nvPr>
        </p:nvSpPr>
        <p:spPr bwMode="white">
          <a:xfrm>
            <a:off x="539496" y="3157538"/>
            <a:ext cx="5468112" cy="3106102"/>
          </a:xfrm>
        </p:spPr>
        <p:txBody>
          <a:bodyPr/>
          <a:lstStyle>
            <a:lvl1pPr>
              <a:spcAft>
                <a:spcPts val="0"/>
              </a:spcAft>
              <a:defRPr sz="2400" b="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3714004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ing 3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>
            <a:spLocks noGrp="1"/>
          </p:cNvSpPr>
          <p:nvPr>
            <p:ph type="body" sz="quarter" idx="11"/>
          </p:nvPr>
        </p:nvSpPr>
        <p:spPr bwMode="white">
          <a:xfrm>
            <a:off x="539495" y="1509717"/>
            <a:ext cx="7370064" cy="4753927"/>
          </a:xfrm>
        </p:spPr>
        <p:txBody>
          <a:bodyPr/>
          <a:lstStyle>
            <a:lvl1pPr>
              <a:spcAft>
                <a:spcPts val="0"/>
              </a:spcAft>
              <a:defRPr sz="2000" b="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539496" y="274324"/>
            <a:ext cx="11173968" cy="8240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252325" cy="6263639"/>
          </a:xfrm>
        </p:spPr>
        <p:txBody>
          <a:bodyPr anchor="t" anchorCtr="0"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404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bkgrd_2 col highlight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3987"/>
            <a:ext cx="12252325" cy="62596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9496" y="1509717"/>
            <a:ext cx="5468112" cy="4753927"/>
          </a:xfrm>
          <a:solidFill>
            <a:schemeClr val="bg1">
              <a:alpha val="25000"/>
            </a:schemeClr>
          </a:solidFill>
        </p:spPr>
        <p:txBody>
          <a:bodyPr lIns="182880" tIns="182880" rIns="182880" bIns="182880"/>
          <a:lstStyle>
            <a:lvl1pPr>
              <a:spcAft>
                <a:spcPts val="0"/>
              </a:spcAft>
              <a:defRPr sz="2000" b="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11173968" cy="8240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245035" y="1509717"/>
            <a:ext cx="5468112" cy="4753927"/>
          </a:xfrm>
          <a:solidFill>
            <a:schemeClr val="bg1">
              <a:alpha val="25000"/>
            </a:schemeClr>
          </a:solidFill>
        </p:spPr>
        <p:txBody>
          <a:bodyPr lIns="182880" tIns="182880" rIns="182880" bIns="182880"/>
          <a:lstStyle>
            <a:lvl1pPr>
              <a:spcAft>
                <a:spcPts val="0"/>
              </a:spcAft>
              <a:defRPr sz="2000" b="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1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bkgrd_3 col highlight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9495" y="2098676"/>
            <a:ext cx="3566160" cy="4164965"/>
          </a:xfrm>
          <a:solidFill>
            <a:srgbClr val="512D6D"/>
          </a:solidFill>
        </p:spPr>
        <p:txBody>
          <a:bodyPr lIns="182880" tIns="182880" rIns="182880" bIns="182880"/>
          <a:lstStyle>
            <a:lvl1pPr>
              <a:spcAft>
                <a:spcPts val="0"/>
              </a:spcAft>
              <a:defRPr sz="1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11173968" cy="8240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43082" y="2098676"/>
            <a:ext cx="3566160" cy="4164965"/>
          </a:xfrm>
          <a:solidFill>
            <a:srgbClr val="CB2C30"/>
          </a:solidFill>
        </p:spPr>
        <p:txBody>
          <a:bodyPr lIns="182880" tIns="182880" rIns="182880" bIns="182880"/>
          <a:lstStyle>
            <a:lvl1pPr>
              <a:spcAft>
                <a:spcPts val="0"/>
              </a:spcAft>
              <a:defRPr sz="1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8146986" y="2098676"/>
            <a:ext cx="3566160" cy="4164965"/>
          </a:xfrm>
          <a:solidFill>
            <a:srgbClr val="00A3E0"/>
          </a:solidFill>
        </p:spPr>
        <p:txBody>
          <a:bodyPr lIns="182880" tIns="182880" rIns="182880" bIns="182880"/>
          <a:lstStyle>
            <a:lvl1pPr>
              <a:spcAft>
                <a:spcPts val="0"/>
              </a:spcAft>
              <a:defRPr sz="1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 hidden="1"/>
          <p:cNvSpPr>
            <a:spLocks noGrp="1"/>
          </p:cNvSpPr>
          <p:nvPr>
            <p:ph type="pic" sz="quarter" idx="12"/>
          </p:nvPr>
        </p:nvSpPr>
        <p:spPr>
          <a:xfrm>
            <a:off x="0" y="3987"/>
            <a:ext cx="12252325" cy="62596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425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bkgrd_3 col highlight alt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539495" y="2743203"/>
            <a:ext cx="3566160" cy="35163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9495" y="2098679"/>
            <a:ext cx="3566160" cy="644525"/>
          </a:xfrm>
          <a:solidFill>
            <a:srgbClr val="512D6D"/>
          </a:solidFill>
        </p:spPr>
        <p:txBody>
          <a:bodyPr lIns="182880" tIns="91440" rIns="182880" bIns="91440"/>
          <a:lstStyle>
            <a:lvl1pPr>
              <a:spcAft>
                <a:spcPts val="0"/>
              </a:spcAft>
              <a:defRPr sz="1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11173968" cy="8240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43082" y="2098679"/>
            <a:ext cx="3566160" cy="644525"/>
          </a:xfrm>
          <a:solidFill>
            <a:srgbClr val="512D6D"/>
          </a:solidFill>
        </p:spPr>
        <p:txBody>
          <a:bodyPr lIns="182880" tIns="91440" rIns="182880" bIns="91440"/>
          <a:lstStyle>
            <a:lvl1pPr>
              <a:spcAft>
                <a:spcPts val="0"/>
              </a:spcAft>
              <a:defRPr sz="1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8146986" y="2098679"/>
            <a:ext cx="3566160" cy="644525"/>
          </a:xfrm>
          <a:solidFill>
            <a:srgbClr val="512D6D"/>
          </a:solidFill>
        </p:spPr>
        <p:txBody>
          <a:bodyPr lIns="182880" tIns="91440" rIns="182880" bIns="91440"/>
          <a:lstStyle>
            <a:lvl1pPr>
              <a:spcAft>
                <a:spcPts val="0"/>
              </a:spcAft>
              <a:defRPr sz="1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4343082" y="2743200"/>
            <a:ext cx="3566160" cy="3520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8146986" y="2743200"/>
            <a:ext cx="3566160" cy="3520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72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_vertical photo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5468112" cy="8240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9496" y="1509716"/>
            <a:ext cx="5468112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5035" y="-1"/>
            <a:ext cx="6003639" cy="62595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22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(timelin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9496" y="1509717"/>
            <a:ext cx="5468112" cy="2909887"/>
          </a:xfrm>
          <a:prstGeom prst="rect">
            <a:avLst/>
          </a:prstGeom>
        </p:spPr>
        <p:txBody>
          <a:bodyPr lIns="0" tIns="0" rIns="0" bIns="0"/>
          <a:lstStyle>
            <a:lvl1pPr marL="822941" indent="-822941">
              <a:spcAft>
                <a:spcPts val="0"/>
              </a:spcAft>
              <a:buFontTx/>
              <a:buNone/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45035" y="1509713"/>
            <a:ext cx="5468112" cy="4749800"/>
          </a:xfrm>
          <a:prstGeom prst="rect">
            <a:avLst/>
          </a:prstGeom>
        </p:spPr>
        <p:txBody>
          <a:bodyPr lIns="0" tIns="0" rIns="0" bIns="0"/>
          <a:lstStyle>
            <a:lvl1pPr marL="914378" indent="-914378">
              <a:spcAft>
                <a:spcPts val="0"/>
              </a:spcAft>
              <a:defRPr lang="en-US" sz="20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3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(standard) 2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39496" y="1509713"/>
            <a:ext cx="5468112" cy="2907792"/>
          </a:xfrm>
          <a:prstGeom prst="rect">
            <a:avLst/>
          </a:prstGeom>
        </p:spPr>
        <p:txBody>
          <a:bodyPr lIns="0" tIns="0" rIns="0" bIns="0"/>
          <a:lstStyle>
            <a:lvl1pPr marL="365751" indent="-365751">
              <a:spcAft>
                <a:spcPts val="600"/>
              </a:spcAft>
              <a:buFont typeface="+mj-lt"/>
              <a:buAutoNum type="arabicPeriod"/>
              <a:defRPr/>
            </a:lvl1pPr>
            <a:lvl2pPr marL="731502" indent="-365751">
              <a:spcAft>
                <a:spcPts val="600"/>
              </a:spcAft>
              <a:buFont typeface="+mj-lt"/>
              <a:buAutoNum type="alphaLcParenR"/>
              <a:defRPr/>
            </a:lvl2pPr>
            <a:lvl3pPr marL="1097254" indent="-365751">
              <a:spcAft>
                <a:spcPts val="600"/>
              </a:spcAft>
              <a:buFont typeface="+mj-lt"/>
              <a:buAutoNum type="romanLcPeriod"/>
              <a:defRPr/>
            </a:lvl3pPr>
            <a:lvl4pPr marL="1097254" indent="-365751">
              <a:spcAft>
                <a:spcPts val="600"/>
              </a:spcAft>
              <a:buFont typeface="+mj-lt"/>
              <a:buAutoNum type="romanLcPeriod"/>
              <a:defRPr/>
            </a:lvl4pPr>
            <a:lvl5pPr marL="1097254" indent="-365751">
              <a:spcAft>
                <a:spcPts val="600"/>
              </a:spcAft>
              <a:buFont typeface="+mj-lt"/>
              <a:buAutoNum type="romanLcPeriod"/>
              <a:defRPr/>
            </a:lvl5pPr>
            <a:lvl6pPr marL="1097254" indent="-365751">
              <a:spcAft>
                <a:spcPts val="600"/>
              </a:spcAft>
              <a:buFont typeface="+mj-lt"/>
              <a:buAutoNum type="romanLcPeriod"/>
              <a:defRPr/>
            </a:lvl6pPr>
            <a:lvl7pPr marL="1097254" indent="-365751">
              <a:spcAft>
                <a:spcPts val="600"/>
              </a:spcAft>
              <a:buFont typeface="+mj-lt"/>
              <a:buAutoNum type="romanLcPeriod"/>
              <a:defRPr/>
            </a:lvl7pPr>
            <a:lvl8pPr marL="1097254" indent="-365751">
              <a:spcAft>
                <a:spcPts val="600"/>
              </a:spcAft>
              <a:buFont typeface="+mj-lt"/>
              <a:buAutoNum type="romanLcPeriod"/>
              <a:defRPr/>
            </a:lvl8pPr>
            <a:lvl9pPr marL="1097254" indent="-365751">
              <a:spcAft>
                <a:spcPts val="600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45035" y="1509713"/>
            <a:ext cx="5468112" cy="4745736"/>
          </a:xfrm>
          <a:prstGeom prst="rect">
            <a:avLst/>
          </a:prstGeom>
        </p:spPr>
        <p:txBody>
          <a:bodyPr lIns="0" tIns="0" rIns="0" bIns="0"/>
          <a:lstStyle>
            <a:lvl1pPr marL="365751" indent="-365751">
              <a:spcAft>
                <a:spcPts val="600"/>
              </a:spcAft>
              <a:buFont typeface="+mj-lt"/>
              <a:buAutoNum type="arabicPeriod"/>
              <a:defRPr/>
            </a:lvl1pPr>
            <a:lvl2pPr marL="731502" indent="-365751">
              <a:spcAft>
                <a:spcPts val="600"/>
              </a:spcAft>
              <a:buFont typeface="+mj-lt"/>
              <a:buAutoNum type="alphaLcParenR"/>
              <a:defRPr/>
            </a:lvl2pPr>
            <a:lvl3pPr marL="1097254" indent="-365751">
              <a:spcAft>
                <a:spcPts val="600"/>
              </a:spcAft>
              <a:buFont typeface="+mj-lt"/>
              <a:buAutoNum type="romanLcPeriod"/>
              <a:defRPr/>
            </a:lvl3pPr>
            <a:lvl4pPr marL="1097254" indent="-365751">
              <a:spcAft>
                <a:spcPts val="600"/>
              </a:spcAft>
              <a:buFont typeface="+mj-lt"/>
              <a:buAutoNum type="romanLcPeriod"/>
              <a:defRPr/>
            </a:lvl4pPr>
            <a:lvl5pPr marL="1097254" indent="-365751">
              <a:spcAft>
                <a:spcPts val="600"/>
              </a:spcAft>
              <a:buFont typeface="+mj-lt"/>
              <a:buAutoNum type="romanLcPeriod"/>
              <a:defRPr/>
            </a:lvl5pPr>
            <a:lvl6pPr marL="1097254" indent="-365751">
              <a:spcAft>
                <a:spcPts val="600"/>
              </a:spcAft>
              <a:buFont typeface="+mj-lt"/>
              <a:buAutoNum type="romanLcPeriod"/>
              <a:defRPr/>
            </a:lvl6pPr>
            <a:lvl7pPr marL="1097254" indent="-365751">
              <a:spcAft>
                <a:spcPts val="600"/>
              </a:spcAft>
              <a:buFont typeface="+mj-lt"/>
              <a:buAutoNum type="romanLcPeriod"/>
              <a:defRPr/>
            </a:lvl7pPr>
            <a:lvl8pPr marL="1097254" indent="-365751">
              <a:spcAft>
                <a:spcPts val="600"/>
              </a:spcAft>
              <a:buFont typeface="+mj-lt"/>
              <a:buAutoNum type="romanLcPeriod"/>
              <a:defRPr/>
            </a:lvl8pPr>
            <a:lvl9pPr marL="1097254" indent="-365751">
              <a:spcAft>
                <a:spcPts val="600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805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(standard) 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41130" y="1509713"/>
            <a:ext cx="9272016" cy="4749800"/>
          </a:xfrm>
          <a:prstGeom prst="rect">
            <a:avLst/>
          </a:prstGeom>
        </p:spPr>
        <p:txBody>
          <a:bodyPr lIns="0" tIns="0" rIns="0" bIns="0"/>
          <a:lstStyle>
            <a:lvl1pPr marL="365751" indent="-365751">
              <a:spcAft>
                <a:spcPts val="600"/>
              </a:spcAft>
              <a:buFont typeface="+mj-lt"/>
              <a:buAutoNum type="arabicPeriod"/>
              <a:defRPr/>
            </a:lvl1pPr>
            <a:lvl2pPr marL="731502" indent="-365751">
              <a:spcAft>
                <a:spcPts val="600"/>
              </a:spcAft>
              <a:buFont typeface="+mj-lt"/>
              <a:buAutoNum type="alphaLcParenR"/>
              <a:defRPr/>
            </a:lvl2pPr>
            <a:lvl3pPr marL="1097254" indent="-365751">
              <a:spcAft>
                <a:spcPts val="600"/>
              </a:spcAft>
              <a:buFont typeface="+mj-lt"/>
              <a:buAutoNum type="romanLcPeriod"/>
              <a:defRPr/>
            </a:lvl3pPr>
            <a:lvl4pPr marL="1097254" indent="-365751">
              <a:spcAft>
                <a:spcPts val="600"/>
              </a:spcAft>
              <a:buFont typeface="+mj-lt"/>
              <a:buAutoNum type="romanLcPeriod"/>
              <a:defRPr/>
            </a:lvl4pPr>
            <a:lvl5pPr marL="1097254" indent="-365751">
              <a:spcAft>
                <a:spcPts val="600"/>
              </a:spcAft>
              <a:buFont typeface="+mj-lt"/>
              <a:buAutoNum type="romanLcPeriod"/>
              <a:defRPr/>
            </a:lvl5pPr>
            <a:lvl6pPr marL="1097254" indent="-365751">
              <a:spcAft>
                <a:spcPts val="600"/>
              </a:spcAft>
              <a:buFont typeface="+mj-lt"/>
              <a:buAutoNum type="romanLcPeriod"/>
              <a:defRPr/>
            </a:lvl6pPr>
            <a:lvl7pPr marL="1097254" indent="-365751">
              <a:spcAft>
                <a:spcPts val="600"/>
              </a:spcAft>
              <a:buFont typeface="+mj-lt"/>
              <a:buAutoNum type="romanLcPeriod"/>
              <a:defRPr/>
            </a:lvl7pPr>
            <a:lvl8pPr marL="1097254" indent="-365751">
              <a:spcAft>
                <a:spcPts val="600"/>
              </a:spcAft>
              <a:buFont typeface="+mj-lt"/>
              <a:buAutoNum type="romanLcPeriod"/>
              <a:defRPr/>
            </a:lvl8pPr>
            <a:lvl9pPr marL="1097254" indent="-365751">
              <a:spcAft>
                <a:spcPts val="600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683308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444" y="3135492"/>
            <a:ext cx="3840480" cy="70875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white">
          <a:xfrm>
            <a:off x="0" y="6096000"/>
            <a:ext cx="12252325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002568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with disclaimer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444" y="3135492"/>
            <a:ext cx="3840480" cy="70875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white">
          <a:xfrm>
            <a:off x="0" y="6096000"/>
            <a:ext cx="12252325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Box 3"/>
          <p:cNvSpPr txBox="1"/>
          <p:nvPr/>
        </p:nvSpPr>
        <p:spPr>
          <a:xfrm>
            <a:off x="544513" y="6272784"/>
            <a:ext cx="11172825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This document and all information herein are confidential, and may not be used, reproduced or distributed without prior authorization of </a:t>
            </a:r>
            <a:r>
              <a:rPr lang="en-US" sz="800" dirty="0" err="1"/>
              <a:t>TechnipFMC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12643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Org Chart A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118025" y="1513343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3412464" y="1513343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711157" y="1513343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014271" y="1513343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10300250" y="1524000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2294758" y="3157538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590687" y="3157538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883104" y="3157538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9175521" y="3157538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2"/>
          </p:nvPr>
        </p:nvSpPr>
        <p:spPr>
          <a:xfrm>
            <a:off x="2294758" y="4797654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4590687" y="4797654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24"/>
          </p:nvPr>
        </p:nvSpPr>
        <p:spPr>
          <a:xfrm>
            <a:off x="6879592" y="4797654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9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9175521" y="4797654"/>
            <a:ext cx="827032" cy="822960"/>
          </a:xfrm>
          <a:prstGeom prst="ellipse">
            <a:avLst/>
          </a:prstGeom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735140" y="240487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3029579" y="240487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5315559" y="240487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5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7631386" y="240487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43" hasCustomPrompt="1"/>
          </p:nvPr>
        </p:nvSpPr>
        <p:spPr>
          <a:xfrm>
            <a:off x="9917365" y="240487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7" name="Text Placeholder 2"/>
          <p:cNvSpPr>
            <a:spLocks noGrp="1"/>
          </p:cNvSpPr>
          <p:nvPr>
            <p:ph type="body" sz="quarter" idx="44" hasCustomPrompt="1"/>
          </p:nvPr>
        </p:nvSpPr>
        <p:spPr>
          <a:xfrm>
            <a:off x="1911873" y="405079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4208875" y="405079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46" hasCustomPrompt="1"/>
          </p:nvPr>
        </p:nvSpPr>
        <p:spPr>
          <a:xfrm>
            <a:off x="6503731" y="405079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50" name="Text Placeholder 2"/>
          <p:cNvSpPr>
            <a:spLocks noGrp="1"/>
          </p:cNvSpPr>
          <p:nvPr>
            <p:ph type="body" sz="quarter" idx="47" hasCustomPrompt="1"/>
          </p:nvPr>
        </p:nvSpPr>
        <p:spPr>
          <a:xfrm>
            <a:off x="8798587" y="4050792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911873" y="5692585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52" name="Text Placeholder 2"/>
          <p:cNvSpPr>
            <a:spLocks noGrp="1"/>
          </p:cNvSpPr>
          <p:nvPr>
            <p:ph type="body" sz="quarter" idx="49" hasCustomPrompt="1"/>
          </p:nvPr>
        </p:nvSpPr>
        <p:spPr>
          <a:xfrm>
            <a:off x="4208875" y="5692585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53" name="Text Placeholder 2"/>
          <p:cNvSpPr>
            <a:spLocks noGrp="1"/>
          </p:cNvSpPr>
          <p:nvPr>
            <p:ph type="body" sz="quarter" idx="50" hasCustomPrompt="1"/>
          </p:nvPr>
        </p:nvSpPr>
        <p:spPr>
          <a:xfrm>
            <a:off x="6503731" y="5692585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54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8798587" y="5692585"/>
            <a:ext cx="1592802" cy="5669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defRPr sz="1100" b="1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0">
              <a:defRPr sz="900">
                <a:solidFill>
                  <a:schemeClr val="tx1"/>
                </a:solidFill>
              </a:defRPr>
            </a:lvl2pPr>
            <a:lvl3pPr marL="0">
              <a:defRPr sz="900">
                <a:solidFill>
                  <a:schemeClr val="tx1"/>
                </a:solidFill>
              </a:defRPr>
            </a:lvl3pPr>
            <a:lvl4pPr marL="0">
              <a:defRPr sz="900"/>
            </a:lvl4pPr>
            <a:lvl5pPr marL="0">
              <a:defRPr sz="900">
                <a:solidFill>
                  <a:schemeClr val="tx1"/>
                </a:solidFill>
              </a:defRPr>
            </a:lvl5pPr>
            <a:lvl6pPr marL="0">
              <a:defRPr sz="900">
                <a:solidFill>
                  <a:schemeClr val="tx1"/>
                </a:solidFill>
              </a:defRPr>
            </a:lvl6pPr>
            <a:lvl7pPr marL="0">
              <a:defRPr sz="900">
                <a:solidFill>
                  <a:schemeClr val="tx1"/>
                </a:solidFill>
              </a:defRPr>
            </a:lvl7pPr>
            <a:lvl8pPr marL="0">
              <a:defRPr sz="900">
                <a:solidFill>
                  <a:schemeClr val="tx1"/>
                </a:solidFill>
              </a:defRPr>
            </a:lvl8pPr>
            <a:lvl9pPr marL="0">
              <a:defRPr sz="900">
                <a:solidFill>
                  <a:schemeClr val="tx1"/>
                </a:solidFill>
              </a:defRPr>
            </a:lvl9pPr>
          </a:lstStyle>
          <a:p>
            <a:r>
              <a:rPr lang="en-US"/>
              <a:t>CONFIDENTIAL </a:t>
            </a:r>
            <a:endParaRPr lang="en-US" dirty="0"/>
          </a:p>
        </p:txBody>
      </p:sp>
      <p:sp>
        <p:nvSpPr>
          <p:cNvPr id="40" name="Slide Number Placeholder 5"/>
          <p:cNvSpPr txBox="1">
            <a:spLocks/>
          </p:cNvSpPr>
          <p:nvPr/>
        </p:nvSpPr>
        <p:spPr>
          <a:xfrm>
            <a:off x="10104120" y="6259517"/>
            <a:ext cx="1595355" cy="338771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3657600" algn="r"/>
            <a:fld id="{11B427C5-C2E3-4C10-899D-ACC0DA09E6A6}" type="slidenum">
              <a:rPr lang="en-US"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0" indent="-3657600" algn="r"/>
              <a:t>‹#›</a:t>
            </a:fld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67161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Org Chart B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729609" y="3976688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729610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2"/>
          </p:nvPr>
        </p:nvSpPr>
        <p:spPr>
          <a:xfrm>
            <a:off x="2106706" y="3976688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5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3483802" y="3976687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8" name="Picture Placeholder 7"/>
          <p:cNvSpPr>
            <a:spLocks noGrp="1"/>
          </p:cNvSpPr>
          <p:nvPr>
            <p:ph type="pic" sz="quarter" idx="38"/>
          </p:nvPr>
        </p:nvSpPr>
        <p:spPr>
          <a:xfrm>
            <a:off x="4860897" y="3976687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2" name="Picture Placeholder 7"/>
          <p:cNvSpPr>
            <a:spLocks noGrp="1"/>
          </p:cNvSpPr>
          <p:nvPr>
            <p:ph type="pic" sz="quarter" idx="41"/>
          </p:nvPr>
        </p:nvSpPr>
        <p:spPr>
          <a:xfrm>
            <a:off x="6244939" y="3976687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6" name="Picture Placeholder 7"/>
          <p:cNvSpPr>
            <a:spLocks noGrp="1"/>
          </p:cNvSpPr>
          <p:nvPr>
            <p:ph type="pic" sz="quarter" idx="44"/>
          </p:nvPr>
        </p:nvSpPr>
        <p:spPr>
          <a:xfrm>
            <a:off x="7622036" y="3976688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0" name="Picture Placeholder 7"/>
          <p:cNvSpPr>
            <a:spLocks noGrp="1"/>
          </p:cNvSpPr>
          <p:nvPr>
            <p:ph type="pic" sz="quarter" idx="47"/>
          </p:nvPr>
        </p:nvSpPr>
        <p:spPr>
          <a:xfrm>
            <a:off x="8997648" y="3976687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3" name="Picture Placeholder 7"/>
          <p:cNvSpPr>
            <a:spLocks noGrp="1"/>
          </p:cNvSpPr>
          <p:nvPr>
            <p:ph type="pic" sz="quarter" idx="50"/>
          </p:nvPr>
        </p:nvSpPr>
        <p:spPr>
          <a:xfrm>
            <a:off x="10373258" y="3976688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2" name="Picture Placeholder 7"/>
          <p:cNvSpPr>
            <a:spLocks noGrp="1"/>
          </p:cNvSpPr>
          <p:nvPr>
            <p:ph type="pic" sz="quarter" idx="54"/>
          </p:nvPr>
        </p:nvSpPr>
        <p:spPr>
          <a:xfrm>
            <a:off x="7201269" y="2450433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4" name="Picture Placeholder 7"/>
          <p:cNvSpPr>
            <a:spLocks noGrp="1"/>
          </p:cNvSpPr>
          <p:nvPr>
            <p:ph type="pic" sz="quarter" idx="56"/>
          </p:nvPr>
        </p:nvSpPr>
        <p:spPr>
          <a:xfrm>
            <a:off x="10374742" y="2450433"/>
            <a:ext cx="1139466" cy="850392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/>
          <a:lstStyle>
            <a:lvl1pPr marL="0" indent="0">
              <a:defRPr sz="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69" hasCustomPrompt="1"/>
          </p:nvPr>
        </p:nvSpPr>
        <p:spPr>
          <a:xfrm>
            <a:off x="2108191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70" hasCustomPrompt="1"/>
          </p:nvPr>
        </p:nvSpPr>
        <p:spPr>
          <a:xfrm>
            <a:off x="3471493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50" name="Text Placeholder 2"/>
          <p:cNvSpPr>
            <a:spLocks noGrp="1"/>
          </p:cNvSpPr>
          <p:nvPr>
            <p:ph type="body" sz="quarter" idx="71" hasCustomPrompt="1"/>
          </p:nvPr>
        </p:nvSpPr>
        <p:spPr>
          <a:xfrm>
            <a:off x="4860897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72" hasCustomPrompt="1"/>
          </p:nvPr>
        </p:nvSpPr>
        <p:spPr>
          <a:xfrm>
            <a:off x="6271423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60" name="Text Placeholder 2"/>
          <p:cNvSpPr>
            <a:spLocks noGrp="1"/>
          </p:cNvSpPr>
          <p:nvPr>
            <p:ph type="body" sz="quarter" idx="73" hasCustomPrompt="1"/>
          </p:nvPr>
        </p:nvSpPr>
        <p:spPr>
          <a:xfrm>
            <a:off x="7622779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65" name="Text Placeholder 2"/>
          <p:cNvSpPr>
            <a:spLocks noGrp="1"/>
          </p:cNvSpPr>
          <p:nvPr>
            <p:ph type="body" sz="quarter" idx="74" hasCustomPrompt="1"/>
          </p:nvPr>
        </p:nvSpPr>
        <p:spPr>
          <a:xfrm>
            <a:off x="8994337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68" name="Text Placeholder 2"/>
          <p:cNvSpPr>
            <a:spLocks noGrp="1"/>
          </p:cNvSpPr>
          <p:nvPr>
            <p:ph type="body" sz="quarter" idx="75" hasCustomPrompt="1"/>
          </p:nvPr>
        </p:nvSpPr>
        <p:spPr>
          <a:xfrm>
            <a:off x="10374742" y="5771677"/>
            <a:ext cx="1137982" cy="487837"/>
          </a:xfrm>
          <a:prstGeom prst="rect">
            <a:avLst/>
          </a:prstGeom>
          <a:ln>
            <a:noFill/>
          </a:ln>
        </p:spPr>
        <p:txBody>
          <a:bodyPr lIns="0" tIns="45720" rIns="0" bIns="45720"/>
          <a:lstStyle>
            <a:lvl1pPr marL="0" indent="0" algn="l">
              <a:defRPr sz="700" b="0">
                <a:solidFill>
                  <a:schemeClr val="tx1"/>
                </a:solidFill>
              </a:defRPr>
            </a:lvl1pPr>
            <a:lvl2pPr marL="0" indent="0" algn="l">
              <a:defRPr sz="700" b="0">
                <a:solidFill>
                  <a:schemeClr val="tx1"/>
                </a:solidFill>
              </a:defRPr>
            </a:lvl2pPr>
            <a:lvl3pPr marL="0" indent="0" algn="l">
              <a:defRPr sz="700">
                <a:solidFill>
                  <a:schemeClr val="tx1"/>
                </a:solidFill>
              </a:defRPr>
            </a:lvl3pPr>
            <a:lvl4pPr marL="0" indent="0" algn="l">
              <a:defRPr sz="700">
                <a:solidFill>
                  <a:schemeClr val="tx1"/>
                </a:solidFill>
              </a:defRPr>
            </a:lvl4pPr>
            <a:lvl5pPr marL="0" indent="0" algn="l">
              <a:defRPr sz="700">
                <a:solidFill>
                  <a:schemeClr val="tx1"/>
                </a:solidFill>
              </a:defRPr>
            </a:lvl5pPr>
            <a:lvl6pPr marL="0" indent="0" algn="l">
              <a:defRPr sz="700">
                <a:solidFill>
                  <a:schemeClr val="tx1"/>
                </a:solidFill>
              </a:defRPr>
            </a:lvl6pPr>
            <a:lvl7pPr marL="0" indent="0" algn="l">
              <a:defRPr sz="700">
                <a:solidFill>
                  <a:schemeClr val="tx1"/>
                </a:solidFill>
              </a:defRPr>
            </a:lvl7pPr>
            <a:lvl8pPr marL="0" indent="0" algn="l">
              <a:defRPr sz="700">
                <a:solidFill>
                  <a:schemeClr val="tx1"/>
                </a:solidFill>
              </a:defRPr>
            </a:lvl8pPr>
            <a:lvl9pPr marL="0" indent="0" algn="l">
              <a:defRPr sz="7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3"/>
            <a:r>
              <a:rPr lang="en-US"/>
              <a:t>Title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76" hasCustomPrompt="1"/>
          </p:nvPr>
        </p:nvSpPr>
        <p:spPr>
          <a:xfrm>
            <a:off x="727357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74" name="Espaço Reservado para Texto 3"/>
          <p:cNvSpPr>
            <a:spLocks noGrp="1"/>
          </p:cNvSpPr>
          <p:nvPr>
            <p:ph type="body" sz="quarter" idx="77" hasCustomPrompt="1"/>
          </p:nvPr>
        </p:nvSpPr>
        <p:spPr>
          <a:xfrm>
            <a:off x="2106706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76" name="Espaço Reservado para Texto 3"/>
          <p:cNvSpPr>
            <a:spLocks noGrp="1"/>
          </p:cNvSpPr>
          <p:nvPr>
            <p:ph type="body" sz="quarter" idx="78" hasCustomPrompt="1"/>
          </p:nvPr>
        </p:nvSpPr>
        <p:spPr>
          <a:xfrm>
            <a:off x="3470008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77" name="Espaço Reservado para Texto 3"/>
          <p:cNvSpPr>
            <a:spLocks noGrp="1"/>
          </p:cNvSpPr>
          <p:nvPr>
            <p:ph type="body" sz="quarter" idx="79" hasCustomPrompt="1"/>
          </p:nvPr>
        </p:nvSpPr>
        <p:spPr>
          <a:xfrm>
            <a:off x="4859413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78" name="Espaço Reservado para Texto 3"/>
          <p:cNvSpPr>
            <a:spLocks noGrp="1"/>
          </p:cNvSpPr>
          <p:nvPr>
            <p:ph type="body" sz="quarter" idx="80" hasCustomPrompt="1"/>
          </p:nvPr>
        </p:nvSpPr>
        <p:spPr>
          <a:xfrm>
            <a:off x="6244939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79" name="Espaço Reservado para Texto 3"/>
          <p:cNvSpPr>
            <a:spLocks noGrp="1"/>
          </p:cNvSpPr>
          <p:nvPr>
            <p:ph type="body" sz="quarter" idx="81" hasCustomPrompt="1"/>
          </p:nvPr>
        </p:nvSpPr>
        <p:spPr>
          <a:xfrm>
            <a:off x="7621293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85" name="Espaço Reservado para Texto 3"/>
          <p:cNvSpPr>
            <a:spLocks noGrp="1"/>
          </p:cNvSpPr>
          <p:nvPr>
            <p:ph type="body" sz="quarter" idx="82" hasCustomPrompt="1"/>
          </p:nvPr>
        </p:nvSpPr>
        <p:spPr>
          <a:xfrm>
            <a:off x="8994336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86" name="Espaço Reservado para Texto 3"/>
          <p:cNvSpPr>
            <a:spLocks noGrp="1"/>
          </p:cNvSpPr>
          <p:nvPr>
            <p:ph type="body" sz="quarter" idx="83" hasCustomPrompt="1"/>
          </p:nvPr>
        </p:nvSpPr>
        <p:spPr>
          <a:xfrm>
            <a:off x="10367379" y="4874181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87" name="Espaço Reservado para Texto 3"/>
          <p:cNvSpPr>
            <a:spLocks noGrp="1"/>
          </p:cNvSpPr>
          <p:nvPr>
            <p:ph type="body" sz="quarter" idx="84" hasCustomPrompt="1"/>
          </p:nvPr>
        </p:nvSpPr>
        <p:spPr>
          <a:xfrm>
            <a:off x="9189244" y="2450433"/>
            <a:ext cx="1139466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88" name="Espaço Reservado para Texto 3"/>
          <p:cNvSpPr>
            <a:spLocks noGrp="1"/>
          </p:cNvSpPr>
          <p:nvPr>
            <p:ph type="body" sz="quarter" idx="85" hasCustomPrompt="1"/>
          </p:nvPr>
        </p:nvSpPr>
        <p:spPr>
          <a:xfrm>
            <a:off x="4859412" y="2450433"/>
            <a:ext cx="2295825" cy="85039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89" name="Espaço Reservado para Texto 3"/>
          <p:cNvSpPr>
            <a:spLocks noGrp="1"/>
          </p:cNvSpPr>
          <p:nvPr>
            <p:ph type="body" sz="quarter" idx="86" hasCustomPrompt="1"/>
          </p:nvPr>
        </p:nvSpPr>
        <p:spPr>
          <a:xfrm>
            <a:off x="4859411" y="1505838"/>
            <a:ext cx="3481324" cy="627763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/>
          <a:lstStyle>
            <a:lvl1pPr marL="0" indent="0" algn="ctr">
              <a:defRPr sz="800">
                <a:solidFill>
                  <a:schemeClr val="tx1"/>
                </a:solidFill>
              </a:defRPr>
            </a:lvl1pPr>
            <a:lvl2pPr marL="0" indent="0" algn="ctr">
              <a:defRPr sz="800">
                <a:solidFill>
                  <a:schemeClr val="tx1"/>
                </a:solidFill>
              </a:defRPr>
            </a:lvl2pPr>
            <a:lvl3pPr marL="0" indent="0" algn="ctr">
              <a:defRPr sz="800">
                <a:solidFill>
                  <a:schemeClr val="tx1"/>
                </a:solidFill>
              </a:defRPr>
            </a:lvl3pPr>
            <a:lvl4pPr marL="0" indent="0" algn="ctr">
              <a:defRPr sz="800">
                <a:solidFill>
                  <a:schemeClr val="tx1"/>
                </a:solidFill>
              </a:defRPr>
            </a:lvl4pPr>
            <a:lvl5pPr marL="0" indent="0" algn="ctr">
              <a:defRPr sz="800">
                <a:solidFill>
                  <a:schemeClr val="tx1"/>
                </a:solidFill>
              </a:defRPr>
            </a:lvl5pPr>
            <a:lvl6pPr marL="0" indent="0" algn="ctr">
              <a:defRPr sz="800">
                <a:solidFill>
                  <a:schemeClr val="tx1"/>
                </a:solidFill>
              </a:defRPr>
            </a:lvl6pPr>
            <a:lvl7pPr marL="0" indent="0" algn="ctr">
              <a:defRPr sz="800">
                <a:solidFill>
                  <a:schemeClr val="tx1"/>
                </a:solidFill>
              </a:defRPr>
            </a:lvl7pPr>
            <a:lvl8pPr marL="0" indent="0" algn="ctr">
              <a:defRPr sz="800">
                <a:solidFill>
                  <a:schemeClr val="tx1"/>
                </a:solidFill>
              </a:defRPr>
            </a:lvl8pPr>
            <a:lvl9pPr marL="0" indent="0" algn="ctr">
              <a:defRPr sz="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Lastname</a:t>
            </a:r>
          </a:p>
          <a:p>
            <a:pPr lvl="0"/>
            <a:r>
              <a:rPr lang="en-US"/>
              <a:t>Title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7" name="Footer Placeholder 8"/>
          <p:cNvSpPr>
            <a:spLocks noGrp="1"/>
          </p:cNvSpPr>
          <p:nvPr>
            <p:ph type="ftr" sz="quarter" idx="52"/>
          </p:nvPr>
        </p:nvSpPr>
        <p:spPr>
          <a:xfrm>
            <a:off x="8146987" y="6263640"/>
            <a:ext cx="166052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0">
              <a:defRPr sz="900">
                <a:solidFill>
                  <a:schemeClr val="tx1"/>
                </a:solidFill>
              </a:defRPr>
            </a:lvl2pPr>
            <a:lvl3pPr marL="0">
              <a:defRPr sz="900">
                <a:solidFill>
                  <a:schemeClr val="tx1"/>
                </a:solidFill>
              </a:defRPr>
            </a:lvl3pPr>
            <a:lvl4pPr marL="0">
              <a:defRPr sz="900"/>
            </a:lvl4pPr>
            <a:lvl5pPr marL="0">
              <a:defRPr sz="900">
                <a:solidFill>
                  <a:schemeClr val="tx1"/>
                </a:solidFill>
              </a:defRPr>
            </a:lvl5pPr>
            <a:lvl6pPr marL="0">
              <a:defRPr sz="900">
                <a:solidFill>
                  <a:schemeClr val="tx1"/>
                </a:solidFill>
              </a:defRPr>
            </a:lvl6pPr>
            <a:lvl7pPr marL="0">
              <a:defRPr sz="900">
                <a:solidFill>
                  <a:schemeClr val="tx1"/>
                </a:solidFill>
              </a:defRPr>
            </a:lvl7pPr>
            <a:lvl8pPr marL="0">
              <a:defRPr sz="900">
                <a:solidFill>
                  <a:schemeClr val="tx1"/>
                </a:solidFill>
              </a:defRPr>
            </a:lvl8pPr>
            <a:lvl9pPr marL="0">
              <a:defRPr sz="900">
                <a:solidFill>
                  <a:schemeClr val="tx1"/>
                </a:solidFill>
              </a:defRPr>
            </a:lvl9pPr>
          </a:lstStyle>
          <a:p>
            <a:r>
              <a:rPr lang="en-US"/>
              <a:t>CONFIDENTIAL </a:t>
            </a:r>
            <a:endParaRPr lang="en-US" dirty="0"/>
          </a:p>
        </p:txBody>
      </p:sp>
      <p:sp>
        <p:nvSpPr>
          <p:cNvPr id="38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3657600" algn="r"/>
            <a:fld id="{11B427C5-C2E3-4C10-899D-ACC0DA09E6A6}" type="slidenum">
              <a:rPr lang="en-US"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0" indent="-3657600" algn="r"/>
              <a:t>‹#›</a:t>
            </a:fld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54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9808" y="5952748"/>
            <a:ext cx="2756773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B3C8A98-B49B-4658-AB4E-F21C50B1A7AA}" type="datetime1">
              <a:rPr lang="en-US" smtClean="0"/>
              <a:t>4/3/24</a:t>
            </a:fld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749808" y="2944976"/>
            <a:ext cx="5991387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41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739" r:id="rId2"/>
    <p:sldLayoutId id="2147483726" r:id="rId3"/>
    <p:sldLayoutId id="2147483740" r:id="rId4"/>
  </p:sldLayoutIdLst>
  <p:hf hdr="0"/>
  <p:txStyles>
    <p:titleStyle>
      <a:lvl1pPr algn="l" defTabSz="914378" rtl="0" eaLnBrk="1" latinLnBrk="0" hangingPunct="1">
        <a:lnSpc>
          <a:spcPts val="32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4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9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5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72">
          <p15:clr>
            <a:srgbClr val="F26B43"/>
          </p15:clr>
        </p15:guide>
        <p15:guide id="3" orient="horz" pos="1866">
          <p15:clr>
            <a:srgbClr val="F26B43"/>
          </p15:clr>
        </p15:guide>
        <p15:guide id="4" orient="horz" pos="249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11173968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>
          <a:xfrm>
            <a:off x="10122408" y="625970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9496" y="1508760"/>
            <a:ext cx="11173968" cy="475488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146987" y="6263640"/>
            <a:ext cx="1660525" cy="338328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00">
                <a:solidFill>
                  <a:srgbClr val="53565A"/>
                </a:solidFill>
              </a:defRPr>
            </a:lvl1pPr>
          </a:lstStyle>
          <a:p>
            <a:r>
              <a:rPr lang="en-US" dirty="0"/>
              <a:t>CONFIDENTIAL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3876" y="6421472"/>
            <a:ext cx="1447800" cy="3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9" r:id="rId2"/>
    <p:sldLayoutId id="2147483690" r:id="rId3"/>
    <p:sldLayoutId id="2147483693" r:id="rId4"/>
    <p:sldLayoutId id="2147483694" r:id="rId5"/>
    <p:sldLayoutId id="2147483695" r:id="rId6"/>
    <p:sldLayoutId id="2147483691" r:id="rId7"/>
  </p:sldLayoutIdLst>
  <p:hf hdr="0"/>
  <p:txStyles>
    <p:titleStyle>
      <a:lvl1pPr algn="l" defTabSz="914378" rtl="0" eaLnBrk="1" latinLnBrk="0" hangingPunct="1">
        <a:lnSpc>
          <a:spcPts val="32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2000" kern="1200">
          <a:solidFill>
            <a:srgbClr val="53565A"/>
          </a:solidFill>
          <a:latin typeface="+mn-lt"/>
          <a:ea typeface="+mn-ea"/>
          <a:cs typeface="+mn-cs"/>
        </a:defRPr>
      </a:lvl2pPr>
      <a:lvl3pPr marL="182875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rgbClr val="53565A"/>
          </a:solidFill>
          <a:latin typeface="+mn-lt"/>
          <a:ea typeface="+mn-ea"/>
          <a:cs typeface="+mn-cs"/>
        </a:defRPr>
      </a:lvl3pPr>
      <a:lvl4pPr marL="365751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600" kern="1200">
          <a:solidFill>
            <a:srgbClr val="53565A"/>
          </a:solidFill>
          <a:latin typeface="+mn-lt"/>
          <a:ea typeface="+mn-ea"/>
          <a:cs typeface="+mn-cs"/>
        </a:defRPr>
      </a:lvl4pPr>
      <a:lvl5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5pPr>
      <a:lvl6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6pPr>
      <a:lvl7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7pPr>
      <a:lvl8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8pPr>
      <a:lvl9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5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>
          <p15:clr>
            <a:srgbClr val="F26B43"/>
          </p15:clr>
        </p15:guide>
        <p15:guide id="8" orient="horz" pos="3943">
          <p15:clr>
            <a:srgbClr val="F26B43"/>
          </p15:clr>
        </p15:guide>
        <p15:guide id="11" pos="342">
          <p15:clr>
            <a:srgbClr val="F26B43"/>
          </p15:clr>
        </p15:guide>
        <p15:guide id="12" pos="1390">
          <p15:clr>
            <a:srgbClr val="F26B43"/>
          </p15:clr>
        </p15:guide>
        <p15:guide id="13" pos="1538">
          <p15:clr>
            <a:srgbClr val="F26B43"/>
          </p15:clr>
        </p15:guide>
        <p15:guide id="14" pos="2585">
          <p15:clr>
            <a:srgbClr val="F26B43"/>
          </p15:clr>
        </p15:guide>
        <p15:guide id="15" pos="2736">
          <p15:clr>
            <a:srgbClr val="F26B43"/>
          </p15:clr>
        </p15:guide>
        <p15:guide id="16" pos="3785">
          <p15:clr>
            <a:srgbClr val="F26B43"/>
          </p15:clr>
        </p15:guide>
        <p15:guide id="17" pos="3931">
          <p15:clr>
            <a:srgbClr val="F26B43"/>
          </p15:clr>
        </p15:guide>
        <p15:guide id="18" pos="4982">
          <p15:clr>
            <a:srgbClr val="F26B43"/>
          </p15:clr>
        </p15:guide>
        <p15:guide id="19" pos="5132">
          <p15:clr>
            <a:srgbClr val="F26B43"/>
          </p15:clr>
        </p15:guide>
        <p15:guide id="20" pos="6178">
          <p15:clr>
            <a:srgbClr val="F26B43"/>
          </p15:clr>
        </p15:guide>
        <p15:guide id="21" pos="6330">
          <p15:clr>
            <a:srgbClr val="F26B43"/>
          </p15:clr>
        </p15:guide>
        <p15:guide id="22" pos="7378">
          <p15:clr>
            <a:srgbClr val="F26B43"/>
          </p15:clr>
        </p15:guide>
        <p15:guide id="23" orient="horz" pos="170">
          <p15:clr>
            <a:srgbClr val="F26B43"/>
          </p15:clr>
        </p15:guide>
        <p15:guide id="24" orient="horz" pos="951">
          <p15:clr>
            <a:srgbClr val="F26B43"/>
          </p15:clr>
        </p15:guide>
        <p15:guide id="25" orient="horz" pos="1872">
          <p15:clr>
            <a:srgbClr val="F26B43"/>
          </p15:clr>
        </p15:guide>
        <p15:guide id="26" orient="horz" pos="3021">
          <p15:clr>
            <a:srgbClr val="F26B43"/>
          </p15:clr>
        </p15:guide>
        <p15:guide id="27" orient="horz" pos="2907">
          <p15:clr>
            <a:srgbClr val="F26B43"/>
          </p15:clr>
        </p15:guide>
        <p15:guide id="28" orient="horz" pos="1989">
          <p15:clr>
            <a:srgbClr val="F26B43"/>
          </p15:clr>
        </p15:guide>
        <p15:guide id="29" orient="horz" pos="2391">
          <p15:clr>
            <a:srgbClr val="F26B43"/>
          </p15:clr>
        </p15:guide>
        <p15:guide id="30" orient="horz" pos="2505">
          <p15:clr>
            <a:srgbClr val="F26B43"/>
          </p15:clr>
        </p15:guide>
        <p15:guide id="31" orient="horz" pos="41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146987" y="6263640"/>
            <a:ext cx="1660525" cy="338328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3876" y="6421472"/>
            <a:ext cx="1447800" cy="3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8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hf hdr="0"/>
  <p:txStyles>
    <p:titleStyle>
      <a:lvl1pPr algn="l" defTabSz="914378" rtl="0" eaLnBrk="1" latinLnBrk="0" hangingPunct="1">
        <a:lnSpc>
          <a:spcPts val="32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2000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2000" kern="1200">
          <a:solidFill>
            <a:srgbClr val="53565A"/>
          </a:solidFill>
          <a:latin typeface="+mn-lt"/>
          <a:ea typeface="+mn-ea"/>
          <a:cs typeface="+mn-cs"/>
        </a:defRPr>
      </a:lvl2pPr>
      <a:lvl3pPr marL="0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rgbClr val="53565A"/>
          </a:solidFill>
          <a:latin typeface="+mn-lt"/>
          <a:ea typeface="+mn-ea"/>
          <a:cs typeface="+mn-cs"/>
        </a:defRPr>
      </a:lvl3pPr>
      <a:lvl4pPr marL="365751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600" kern="1200">
          <a:solidFill>
            <a:srgbClr val="53565A"/>
          </a:solidFill>
          <a:latin typeface="+mn-lt"/>
          <a:ea typeface="+mn-ea"/>
          <a:cs typeface="+mn-cs"/>
        </a:defRPr>
      </a:lvl4pPr>
      <a:lvl5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5pPr>
      <a:lvl6pPr marL="251454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9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5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624">
          <p15:clr>
            <a:srgbClr val="F26B43"/>
          </p15:clr>
        </p15:guide>
        <p15:guide id="8" orient="horz" pos="3943">
          <p15:clr>
            <a:srgbClr val="F26B43"/>
          </p15:clr>
        </p15:guide>
        <p15:guide id="9" orient="horz" pos="2296">
          <p15:clr>
            <a:srgbClr val="F26B43"/>
          </p15:clr>
        </p15:guide>
        <p15:guide id="11" pos="342">
          <p15:clr>
            <a:srgbClr val="F26B43"/>
          </p15:clr>
        </p15:guide>
        <p15:guide id="18" pos="4984">
          <p15:clr>
            <a:srgbClr val="F26B43"/>
          </p15:clr>
        </p15:guide>
        <p15:guide id="22" pos="7380">
          <p15:clr>
            <a:srgbClr val="F26B43"/>
          </p15:clr>
        </p15:guide>
        <p15:guide id="23" orient="horz" pos="1391">
          <p15:clr>
            <a:srgbClr val="F26B43"/>
          </p15:clr>
        </p15:guide>
        <p15:guide id="24" orient="horz" pos="414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11173968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>
          <a:xfrm>
            <a:off x="10122408" y="6259516"/>
            <a:ext cx="1595355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9496" y="1508760"/>
            <a:ext cx="11173968" cy="475488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146987" y="6263640"/>
            <a:ext cx="1660525" cy="338328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00">
                <a:solidFill>
                  <a:srgbClr val="53565A"/>
                </a:solidFill>
              </a:defRPr>
            </a:lvl1pPr>
          </a:lstStyle>
          <a:p>
            <a:r>
              <a:rPr lang="en-US" dirty="0"/>
              <a:t>CONFIDENTIAL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3876" y="6421472"/>
            <a:ext cx="1447800" cy="3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4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2" r:id="rId3"/>
    <p:sldLayoutId id="2147483723" r:id="rId4"/>
    <p:sldLayoutId id="2147483724" r:id="rId5"/>
    <p:sldLayoutId id="2147483725" r:id="rId6"/>
    <p:sldLayoutId id="2147483720" r:id="rId7"/>
  </p:sldLayoutIdLst>
  <p:hf hdr="0"/>
  <p:txStyles>
    <p:titleStyle>
      <a:lvl1pPr algn="l" defTabSz="914378" rtl="0" eaLnBrk="1" latinLnBrk="0" hangingPunct="1">
        <a:lnSpc>
          <a:spcPts val="32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2000" kern="1200">
          <a:solidFill>
            <a:srgbClr val="53565A"/>
          </a:solidFill>
          <a:latin typeface="+mn-lt"/>
          <a:ea typeface="+mn-ea"/>
          <a:cs typeface="+mn-cs"/>
        </a:defRPr>
      </a:lvl2pPr>
      <a:lvl3pPr marL="182875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rgbClr val="53565A"/>
          </a:solidFill>
          <a:latin typeface="+mn-lt"/>
          <a:ea typeface="+mn-ea"/>
          <a:cs typeface="+mn-cs"/>
        </a:defRPr>
      </a:lvl3pPr>
      <a:lvl4pPr marL="365751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600" kern="1200">
          <a:solidFill>
            <a:srgbClr val="53565A"/>
          </a:solidFill>
          <a:latin typeface="+mn-lt"/>
          <a:ea typeface="+mn-ea"/>
          <a:cs typeface="+mn-cs"/>
        </a:defRPr>
      </a:lvl4pPr>
      <a:lvl5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5pPr>
      <a:lvl6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6pPr>
      <a:lvl7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7pPr>
      <a:lvl8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8pPr>
      <a:lvl9pPr marL="548626" indent="-182875" algn="l" defTabSz="91437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5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>
          <p15:clr>
            <a:srgbClr val="F26B43"/>
          </p15:clr>
        </p15:guide>
        <p15:guide id="8" orient="horz" pos="3943">
          <p15:clr>
            <a:srgbClr val="F26B43"/>
          </p15:clr>
        </p15:guide>
        <p15:guide id="11" pos="338">
          <p15:clr>
            <a:srgbClr val="F26B43"/>
          </p15:clr>
        </p15:guide>
        <p15:guide id="12" pos="1390">
          <p15:clr>
            <a:srgbClr val="F26B43"/>
          </p15:clr>
        </p15:guide>
        <p15:guide id="13" pos="1537">
          <p15:clr>
            <a:srgbClr val="F26B43"/>
          </p15:clr>
        </p15:guide>
        <p15:guide id="14" pos="2588">
          <p15:clr>
            <a:srgbClr val="F26B43"/>
          </p15:clr>
        </p15:guide>
        <p15:guide id="15" pos="2733">
          <p15:clr>
            <a:srgbClr val="F26B43"/>
          </p15:clr>
        </p15:guide>
        <p15:guide id="16" pos="3782">
          <p15:clr>
            <a:srgbClr val="F26B43"/>
          </p15:clr>
        </p15:guide>
        <p15:guide id="17" pos="3931">
          <p15:clr>
            <a:srgbClr val="F26B43"/>
          </p15:clr>
        </p15:guide>
        <p15:guide id="18" pos="4984">
          <p15:clr>
            <a:srgbClr val="F26B43"/>
          </p15:clr>
        </p15:guide>
        <p15:guide id="19" pos="5134">
          <p15:clr>
            <a:srgbClr val="F26B43"/>
          </p15:clr>
        </p15:guide>
        <p15:guide id="20" pos="6178">
          <p15:clr>
            <a:srgbClr val="F26B43"/>
          </p15:clr>
        </p15:guide>
        <p15:guide id="21" pos="6330">
          <p15:clr>
            <a:srgbClr val="F26B43"/>
          </p15:clr>
        </p15:guide>
        <p15:guide id="22" pos="7379">
          <p15:clr>
            <a:srgbClr val="F26B43"/>
          </p15:clr>
        </p15:guide>
        <p15:guide id="23" orient="horz" pos="170">
          <p15:clr>
            <a:srgbClr val="F26B43"/>
          </p15:clr>
        </p15:guide>
        <p15:guide id="24" orient="horz" pos="951">
          <p15:clr>
            <a:srgbClr val="F26B43"/>
          </p15:clr>
        </p15:guide>
        <p15:guide id="25" orient="horz" pos="1872">
          <p15:clr>
            <a:srgbClr val="F26B43"/>
          </p15:clr>
        </p15:guide>
        <p15:guide id="26" orient="horz" pos="3021">
          <p15:clr>
            <a:srgbClr val="F26B43"/>
          </p15:clr>
        </p15:guide>
        <p15:guide id="27" orient="horz" pos="2907">
          <p15:clr>
            <a:srgbClr val="F26B43"/>
          </p15:clr>
        </p15:guide>
        <p15:guide id="28" orient="horz" pos="1989">
          <p15:clr>
            <a:srgbClr val="F26B43"/>
          </p15:clr>
        </p15:guide>
        <p15:guide id="29" orient="horz" pos="2391">
          <p15:clr>
            <a:srgbClr val="F26B43"/>
          </p15:clr>
        </p15:guide>
        <p15:guide id="30" orient="horz" pos="2505">
          <p15:clr>
            <a:srgbClr val="F26B43"/>
          </p15:clr>
        </p15:guide>
        <p15:guide id="31" orient="horz" pos="414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9496" y="274324"/>
            <a:ext cx="11173968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>
          <a:xfrm>
            <a:off x="284424120" y="6259517"/>
            <a:ext cx="1595355" cy="338771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146987" y="6263640"/>
            <a:ext cx="1660525" cy="338328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3876" y="6421472"/>
            <a:ext cx="1447800" cy="3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67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7" r:id="rId3"/>
    <p:sldLayoutId id="2147483686" r:id="rId4"/>
    <p:sldLayoutId id="2147483741" r:id="rId5"/>
    <p:sldLayoutId id="2147483742" r:id="rId6"/>
    <p:sldLayoutId id="2147483743" r:id="rId7"/>
  </p:sldLayoutIdLst>
  <p:hf hdr="0"/>
  <p:txStyles>
    <p:titleStyle>
      <a:lvl1pPr algn="l" defTabSz="914378" rtl="0" eaLnBrk="1" latinLnBrk="0" hangingPunct="1">
        <a:lnSpc>
          <a:spcPts val="32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b="0" kern="1200">
          <a:solidFill>
            <a:schemeClr val="bg1"/>
          </a:solidFill>
          <a:latin typeface="+mn-lt"/>
          <a:ea typeface="+mn-ea"/>
          <a:cs typeface="+mn-cs"/>
        </a:defRPr>
      </a:lvl1pPr>
      <a:lvl2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Tx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822941" indent="-822941" algn="l" defTabSz="9143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5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>
          <p15:clr>
            <a:srgbClr val="F26B43"/>
          </p15:clr>
        </p15:guide>
        <p15:guide id="8" orient="horz" pos="3943">
          <p15:clr>
            <a:srgbClr val="F26B43"/>
          </p15:clr>
        </p15:guide>
        <p15:guide id="11" pos="342">
          <p15:clr>
            <a:srgbClr val="F26B43"/>
          </p15:clr>
        </p15:guide>
        <p15:guide id="12" pos="1388">
          <p15:clr>
            <a:srgbClr val="F26B43"/>
          </p15:clr>
        </p15:guide>
        <p15:guide id="13" pos="1539">
          <p15:clr>
            <a:srgbClr val="F26B43"/>
          </p15:clr>
        </p15:guide>
        <p15:guide id="14" pos="2588">
          <p15:clr>
            <a:srgbClr val="F26B43"/>
          </p15:clr>
        </p15:guide>
        <p15:guide id="15" pos="2734">
          <p15:clr>
            <a:srgbClr val="F26B43"/>
          </p15:clr>
        </p15:guide>
        <p15:guide id="16" pos="3785">
          <p15:clr>
            <a:srgbClr val="F26B43"/>
          </p15:clr>
        </p15:guide>
        <p15:guide id="17" pos="3935">
          <p15:clr>
            <a:srgbClr val="F26B43"/>
          </p15:clr>
        </p15:guide>
        <p15:guide id="18" pos="4984">
          <p15:clr>
            <a:srgbClr val="F26B43"/>
          </p15:clr>
        </p15:guide>
        <p15:guide id="19" pos="5132">
          <p15:clr>
            <a:srgbClr val="F26B43"/>
          </p15:clr>
        </p15:guide>
        <p15:guide id="20" pos="6181">
          <p15:clr>
            <a:srgbClr val="F26B43"/>
          </p15:clr>
        </p15:guide>
        <p15:guide id="21" pos="6330">
          <p15:clr>
            <a:srgbClr val="F26B43"/>
          </p15:clr>
        </p15:guide>
        <p15:guide id="22" pos="7381">
          <p15:clr>
            <a:srgbClr val="F26B43"/>
          </p15:clr>
        </p15:guide>
        <p15:guide id="23" orient="horz" pos="170">
          <p15:clr>
            <a:srgbClr val="F26B43"/>
          </p15:clr>
        </p15:guide>
        <p15:guide id="24" orient="horz" pos="951">
          <p15:clr>
            <a:srgbClr val="F26B43"/>
          </p15:clr>
        </p15:guide>
        <p15:guide id="25" orient="horz" pos="1872">
          <p15:clr>
            <a:srgbClr val="F26B43"/>
          </p15:clr>
        </p15:guide>
        <p15:guide id="26" orient="horz" pos="3021">
          <p15:clr>
            <a:srgbClr val="F26B43"/>
          </p15:clr>
        </p15:guide>
        <p15:guide id="27" orient="horz" pos="2907">
          <p15:clr>
            <a:srgbClr val="F26B43"/>
          </p15:clr>
        </p15:guide>
        <p15:guide id="28" orient="horz" pos="1989">
          <p15:clr>
            <a:srgbClr val="F26B43"/>
          </p15:clr>
        </p15:guide>
        <p15:guide id="29" orient="horz" pos="2391">
          <p15:clr>
            <a:srgbClr val="F26B43"/>
          </p15:clr>
        </p15:guide>
        <p15:guide id="30" orient="horz" pos="2505">
          <p15:clr>
            <a:srgbClr val="F26B43"/>
          </p15:clr>
        </p15:guide>
        <p15:guide id="31" orient="horz" pos="41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7EEF-F028-9DF1-7BDA-1723A373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accent6">
                    <a:lumMod val="10000"/>
                  </a:schemeClr>
                </a:solidFill>
              </a:rPr>
              <a:t>Advice for Presentations</a:t>
            </a:r>
            <a:br>
              <a:rPr lang="en-US" sz="2800" b="1" dirty="0">
                <a:solidFill>
                  <a:schemeClr val="accent6">
                    <a:lumMod val="10000"/>
                  </a:schemeClr>
                </a:solidFill>
              </a:rPr>
            </a:b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9D68F-0C51-E260-598C-1132135D82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accent6">
                    <a:lumMod val="10000"/>
                  </a:schemeClr>
                </a:solidFill>
              </a:rPr>
              <a:t>SCM 4350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63591-B36D-EB06-6454-CBB8C0A328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8FF1D2E-3B2B-433D-9D80-E39C7F325E91}" type="datetime1">
              <a:rPr lang="en-US" smtClean="0"/>
              <a:t>4/3/24</a:t>
            </a:fld>
            <a:endParaRPr lang="en-US" dirty="0"/>
          </a:p>
        </p:txBody>
      </p:sp>
      <p:pic>
        <p:nvPicPr>
          <p:cNvPr id="11" name="Picture Placeholder 10" descr="A red background with white letters&#10;&#10;Description automatically generated">
            <a:extLst>
              <a:ext uri="{FF2B5EF4-FFF2-40B4-BE49-F238E27FC236}">
                <a16:creationId xmlns:a16="http://schemas.microsoft.com/office/drawing/2014/main" id="{335C148F-EFEB-11DD-88BB-F6DB7874D45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8" t="9253" r="32530" b="20164"/>
          <a:stretch/>
        </p:blipFill>
        <p:spPr>
          <a:xfrm>
            <a:off x="6419088" y="2727980"/>
            <a:ext cx="5832140" cy="4133286"/>
          </a:xfrm>
        </p:spPr>
      </p:pic>
    </p:spTree>
    <p:extLst>
      <p:ext uri="{BB962C8B-B14F-4D97-AF65-F5344CB8AC3E}">
        <p14:creationId xmlns:p14="http://schemas.microsoft.com/office/powerpoint/2010/main" val="144947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F94C-59E4-B979-0BAC-E183B6D7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Why are presentation skills important?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DDA68-999D-E42A-90B0-90A44BCCC3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pic>
        <p:nvPicPr>
          <p:cNvPr id="6" name="Graphic 5" descr="Lecturer with solid fill">
            <a:extLst>
              <a:ext uri="{FF2B5EF4-FFF2-40B4-BE49-F238E27FC236}">
                <a16:creationId xmlns:a16="http://schemas.microsoft.com/office/drawing/2014/main" id="{D986C5BB-03AB-253F-6F27-8F7D37589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0383" y="2683221"/>
            <a:ext cx="1491558" cy="149155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EA69B06-12D0-4D8C-B440-B3E53C9A9493}"/>
              </a:ext>
            </a:extLst>
          </p:cNvPr>
          <p:cNvGrpSpPr/>
          <p:nvPr/>
        </p:nvGrpSpPr>
        <p:grpSpPr>
          <a:xfrm>
            <a:off x="6898104" y="1564935"/>
            <a:ext cx="2248446" cy="1491558"/>
            <a:chOff x="3349681" y="1835543"/>
            <a:chExt cx="2248446" cy="149155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0D69600-326E-A360-D4FB-4266A6B4B0D4}"/>
                </a:ext>
              </a:extLst>
            </p:cNvPr>
            <p:cNvSpPr/>
            <p:nvPr/>
          </p:nvSpPr>
          <p:spPr>
            <a:xfrm>
              <a:off x="3349681" y="1835543"/>
              <a:ext cx="2248446" cy="1491558"/>
            </a:xfrm>
            <a:prstGeom prst="round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accent6">
                      <a:lumMod val="10000"/>
                    </a:schemeClr>
                  </a:solidFill>
                </a:rPr>
                <a:t>Exposure &amp; Network</a:t>
              </a:r>
            </a:p>
          </p:txBody>
        </p:sp>
        <p:pic>
          <p:nvPicPr>
            <p:cNvPr id="8" name="Graphic 7" descr="Connections outline">
              <a:extLst>
                <a:ext uri="{FF2B5EF4-FFF2-40B4-BE49-F238E27FC236}">
                  <a16:creationId xmlns:a16="http://schemas.microsoft.com/office/drawing/2014/main" id="{001FC9DF-51CA-E5B7-B7EB-0E97DE40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18813" y="1835543"/>
              <a:ext cx="1110181" cy="1110181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1B3922-C70D-D080-7FF2-212852D20F36}"/>
              </a:ext>
            </a:extLst>
          </p:cNvPr>
          <p:cNvGrpSpPr/>
          <p:nvPr/>
        </p:nvGrpSpPr>
        <p:grpSpPr>
          <a:xfrm>
            <a:off x="4729131" y="4715908"/>
            <a:ext cx="2248446" cy="1633917"/>
            <a:chOff x="5898541" y="1367357"/>
            <a:chExt cx="2248446" cy="163391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EFAC86C-6E14-5AC4-E90A-DBC78D379FD1}"/>
                </a:ext>
              </a:extLst>
            </p:cNvPr>
            <p:cNvSpPr/>
            <p:nvPr/>
          </p:nvSpPr>
          <p:spPr>
            <a:xfrm>
              <a:off x="5898541" y="1509716"/>
              <a:ext cx="2248446" cy="1491558"/>
            </a:xfrm>
            <a:prstGeom prst="round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accent6">
                      <a:lumMod val="10000"/>
                    </a:schemeClr>
                  </a:solidFill>
                </a:rPr>
                <a:t>Represent Your Organization</a:t>
              </a:r>
            </a:p>
          </p:txBody>
        </p:sp>
        <p:pic>
          <p:nvPicPr>
            <p:cNvPr id="14" name="Graphic 13" descr="Boardroom outline">
              <a:extLst>
                <a:ext uri="{FF2B5EF4-FFF2-40B4-BE49-F238E27FC236}">
                  <a16:creationId xmlns:a16="http://schemas.microsoft.com/office/drawing/2014/main" id="{D66F7A80-B1F2-3B61-11FF-3EEFB0C2E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5504" y="1367357"/>
              <a:ext cx="1240041" cy="124004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C4F40D-38D2-BB7E-C842-DE3B596AC0BF}"/>
              </a:ext>
            </a:extLst>
          </p:cNvPr>
          <p:cNvGrpSpPr/>
          <p:nvPr/>
        </p:nvGrpSpPr>
        <p:grpSpPr>
          <a:xfrm>
            <a:off x="7301521" y="3682923"/>
            <a:ext cx="2248446" cy="1491558"/>
            <a:chOff x="6385255" y="4430042"/>
            <a:chExt cx="2248446" cy="149155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5D67311-48B6-8C3B-B90D-217C2513B78B}"/>
                </a:ext>
              </a:extLst>
            </p:cNvPr>
            <p:cNvSpPr/>
            <p:nvPr/>
          </p:nvSpPr>
          <p:spPr>
            <a:xfrm>
              <a:off x="6385255" y="4430042"/>
              <a:ext cx="2248446" cy="1491558"/>
            </a:xfrm>
            <a:prstGeom prst="round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accent6">
                      <a:lumMod val="10000"/>
                    </a:schemeClr>
                  </a:solidFill>
                </a:rPr>
                <a:t>Analyst vs Strategic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F354F73-BB97-24DB-30C8-DD23F971A67A}"/>
                </a:ext>
              </a:extLst>
            </p:cNvPr>
            <p:cNvGrpSpPr/>
            <p:nvPr/>
          </p:nvGrpSpPr>
          <p:grpSpPr>
            <a:xfrm>
              <a:off x="6635068" y="4548627"/>
              <a:ext cx="1769675" cy="914400"/>
              <a:chOff x="6332231" y="4552469"/>
              <a:chExt cx="1769675" cy="914400"/>
            </a:xfrm>
          </p:grpSpPr>
          <p:pic>
            <p:nvPicPr>
              <p:cNvPr id="10" name="Graphic 9" descr="Good Idea outline">
                <a:extLst>
                  <a:ext uri="{FF2B5EF4-FFF2-40B4-BE49-F238E27FC236}">
                    <a16:creationId xmlns:a16="http://schemas.microsoft.com/office/drawing/2014/main" id="{DF7D2486-7688-4E0A-FFF0-ED5B52161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>
                <a:off x="7187507" y="4552469"/>
                <a:ext cx="914399" cy="914400"/>
              </a:xfrm>
              <a:prstGeom prst="rect">
                <a:avLst/>
              </a:prstGeom>
            </p:spPr>
          </p:pic>
          <p:pic>
            <p:nvPicPr>
              <p:cNvPr id="16" name="Graphic 15" descr="Artificial Intelligence with solid fill">
                <a:extLst>
                  <a:ext uri="{FF2B5EF4-FFF2-40B4-BE49-F238E27FC236}">
                    <a16:creationId xmlns:a16="http://schemas.microsoft.com/office/drawing/2014/main" id="{CD549A20-F748-A248-ED94-AD75A6CE0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332231" y="4552469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7EC8F5-FB7E-9728-4049-DB9E69EC4119}"/>
              </a:ext>
            </a:extLst>
          </p:cNvPr>
          <p:cNvGrpSpPr/>
          <p:nvPr/>
        </p:nvGrpSpPr>
        <p:grpSpPr>
          <a:xfrm>
            <a:off x="4080526" y="902051"/>
            <a:ext cx="2248446" cy="1491558"/>
            <a:chOff x="3035074" y="3881674"/>
            <a:chExt cx="2248446" cy="149155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7428CEE-B8D9-1C45-8191-802552594C46}"/>
                </a:ext>
              </a:extLst>
            </p:cNvPr>
            <p:cNvSpPr/>
            <p:nvPr/>
          </p:nvSpPr>
          <p:spPr>
            <a:xfrm>
              <a:off x="3035074" y="3881674"/>
              <a:ext cx="2248446" cy="1491558"/>
            </a:xfrm>
            <a:prstGeom prst="round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accent6">
                      <a:lumMod val="10000"/>
                    </a:schemeClr>
                  </a:solidFill>
                </a:rPr>
                <a:t>Build Your Brand</a:t>
              </a:r>
            </a:p>
          </p:txBody>
        </p:sp>
        <p:pic>
          <p:nvPicPr>
            <p:cNvPr id="18" name="Graphic 17" descr="Badge Tm outline">
              <a:extLst>
                <a:ext uri="{FF2B5EF4-FFF2-40B4-BE49-F238E27FC236}">
                  <a16:creationId xmlns:a16="http://schemas.microsoft.com/office/drawing/2014/main" id="{37D67362-BAEB-A650-C429-172DD2306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02097" y="4077341"/>
              <a:ext cx="914400" cy="9144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6906400-831C-D7AD-EC8A-C6D6402AC014}"/>
              </a:ext>
            </a:extLst>
          </p:cNvPr>
          <p:cNvGrpSpPr/>
          <p:nvPr/>
        </p:nvGrpSpPr>
        <p:grpSpPr>
          <a:xfrm>
            <a:off x="2702357" y="2937144"/>
            <a:ext cx="2248446" cy="1491558"/>
            <a:chOff x="4847655" y="4889955"/>
            <a:chExt cx="2248446" cy="149155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798A090-5F21-B6A3-7561-D29BE33EEA9F}"/>
                </a:ext>
              </a:extLst>
            </p:cNvPr>
            <p:cNvSpPr/>
            <p:nvPr/>
          </p:nvSpPr>
          <p:spPr>
            <a:xfrm>
              <a:off x="4847655" y="4889955"/>
              <a:ext cx="2248446" cy="1491558"/>
            </a:xfrm>
            <a:prstGeom prst="round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accent6">
                      <a:lumMod val="10000"/>
                    </a:schemeClr>
                  </a:solidFill>
                </a:rPr>
                <a:t>Leadership Skill</a:t>
              </a:r>
            </a:p>
          </p:txBody>
        </p:sp>
        <p:pic>
          <p:nvPicPr>
            <p:cNvPr id="34" name="Graphic 33" descr="Management with solid fill">
              <a:extLst>
                <a:ext uri="{FF2B5EF4-FFF2-40B4-BE49-F238E27FC236}">
                  <a16:creationId xmlns:a16="http://schemas.microsoft.com/office/drawing/2014/main" id="{754BA9FB-D66A-68E4-20A8-F287984D3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514678" y="498199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814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824F-C577-3B5C-D90E-64F3D000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DF882-D375-604F-D350-4D25D041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Know you audience</a:t>
            </a:r>
          </a:p>
          <a:p>
            <a:r>
              <a:rPr lang="en-US" dirty="0"/>
              <a:t>Building a Story</a:t>
            </a:r>
          </a:p>
          <a:p>
            <a:r>
              <a:rPr lang="en-US" dirty="0"/>
              <a:t>Slide Designs</a:t>
            </a:r>
          </a:p>
          <a:p>
            <a:r>
              <a:rPr lang="en-US" dirty="0"/>
              <a:t>Presentation Posture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1AD3C-7030-6189-B3C0-006B537F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85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0930-E571-040F-7DF5-A220D794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Know your Audience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FFAF9-4718-71D5-78E6-B79CDE8B97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23DBBD5-F4D0-0542-F016-3E2E57D60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142228"/>
              </p:ext>
            </p:extLst>
          </p:nvPr>
        </p:nvGraphicFramePr>
        <p:xfrm>
          <a:off x="1143144" y="840316"/>
          <a:ext cx="9966035" cy="5306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695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0302-88A7-C58E-828A-63CCBA87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Report Out Introduction to Direct Manager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FD0F79-28F0-E76F-988A-1A8BC9E921A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20297" y="718382"/>
            <a:ext cx="5222321" cy="2934046"/>
          </a:xfrm>
          <a:ln>
            <a:solidFill>
              <a:schemeClr val="accent1"/>
            </a:solidFill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D7808E-AC22-3A23-F8BF-139A573DA19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938863" y="718383"/>
            <a:ext cx="5309224" cy="2934045"/>
          </a:xfrm>
          <a:ln>
            <a:solidFill>
              <a:schemeClr val="accent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C0FF-4C82-1AA2-C1B9-C752E98F16B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FC1C46-1D34-112F-9A5C-BE8E4AA92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362" y="3760593"/>
            <a:ext cx="5340113" cy="29706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171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B438-EE6A-270A-BED0-B9C537CE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Introduction to Closeout Presentation for Rotation Program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B597BB-3278-C2E2-96CA-23D99F7CEE0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186137" y="942792"/>
            <a:ext cx="5526691" cy="3081866"/>
          </a:xfrm>
          <a:ln>
            <a:solidFill>
              <a:schemeClr val="accent1"/>
            </a:solidFill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326C85-9C7E-8F81-3CD9-8426C1DA845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89413" y="942792"/>
            <a:ext cx="5536749" cy="3081866"/>
          </a:xfrm>
          <a:ln>
            <a:solidFill>
              <a:schemeClr val="accent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2405D-7E68-0F7C-E7B3-A0A5DEE00B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4C7F1C-2C54-8E58-40D4-74B66CA3F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13" y="4122659"/>
            <a:ext cx="3632436" cy="20429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3D901567-BC70-2F4E-6A19-D3F3A0DCE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825" y="4122658"/>
            <a:ext cx="3696819" cy="204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E0921E-4B4B-4039-C1CD-B06CDB4DB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8620" y="4122658"/>
            <a:ext cx="3674844" cy="204297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3524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0468-724C-CBCB-7A45-C1166690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C1F2-9A7A-0A7B-8B6D-D45D1F8B1BE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2BA56-2B3F-E144-5234-A016687AEE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1718E-16D4-17C6-01AD-BF62B6DFE3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42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0175-0359-F416-6B36-93D28270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Entire Presentation to VP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8C5A9-13A3-F7D5-94E9-6635429A76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58F5B81-32AB-A77C-D15B-02E3330AC9F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056006" y="686337"/>
            <a:ext cx="4834156" cy="2715964"/>
          </a:xfr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7BD92-9340-A262-AC97-D0D171E88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084" y="3610659"/>
            <a:ext cx="5306155" cy="30971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8D426F-6593-A55B-9161-8DD9E1C9D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161" y="686337"/>
            <a:ext cx="4852523" cy="27159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2531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D746FA-51B2-DD44-C15D-5FA4E104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Presentation Structure – Tell a Story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99AA-385F-4BA9-CB1A-B6043D3881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25DD5BD-A1B7-F480-3B35-3ED5E6C2D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782859"/>
              </p:ext>
            </p:extLst>
          </p:nvPr>
        </p:nvGraphicFramePr>
        <p:xfrm>
          <a:off x="2042053" y="706261"/>
          <a:ext cx="8168217" cy="5445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192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FE5C2B-2C58-0C00-1E05-DF49DBD3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Slide Designs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2D24D-8347-270A-702D-81B8CC36A3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pic>
        <p:nvPicPr>
          <p:cNvPr id="1026" name="Picture 2" descr="PRAYERS: Why say lot word when few word do trick? – North Heights Church of  Christ">
            <a:extLst>
              <a:ext uri="{FF2B5EF4-FFF2-40B4-BE49-F238E27FC236}">
                <a16:creationId xmlns:a16="http://schemas.microsoft.com/office/drawing/2014/main" id="{32FBC60E-2C73-BE02-EEFD-BA2C67EA6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126533"/>
            <a:ext cx="3078162" cy="173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4D20AC1-0B98-CE5A-6BBF-107A2E94DACC}"/>
              </a:ext>
            </a:extLst>
          </p:cNvPr>
          <p:cNvGrpSpPr/>
          <p:nvPr/>
        </p:nvGrpSpPr>
        <p:grpSpPr>
          <a:xfrm>
            <a:off x="3762062" y="1366963"/>
            <a:ext cx="4728200" cy="2484599"/>
            <a:chOff x="3762062" y="1764128"/>
            <a:chExt cx="4728200" cy="2484599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66F9DB24-FDF9-88BA-866A-2ECD1DEDA2A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67253644"/>
                </p:ext>
              </p:extLst>
            </p:nvPr>
          </p:nvGraphicFramePr>
          <p:xfrm>
            <a:off x="3762062" y="1764128"/>
            <a:ext cx="4728200" cy="24845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12" name="Graphic 11" descr="Checkmark with solid fill">
              <a:extLst>
                <a:ext uri="{FF2B5EF4-FFF2-40B4-BE49-F238E27FC236}">
                  <a16:creationId xmlns:a16="http://schemas.microsoft.com/office/drawing/2014/main" id="{1E0E7D48-9C9B-BEDB-B805-38B28814C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06071" y="2831087"/>
              <a:ext cx="364694" cy="364694"/>
            </a:xfrm>
            <a:prstGeom prst="rect">
              <a:avLst/>
            </a:prstGeom>
          </p:spPr>
        </p:pic>
        <p:pic>
          <p:nvPicPr>
            <p:cNvPr id="13" name="Graphic 12" descr="Checkmark with solid fill">
              <a:extLst>
                <a:ext uri="{FF2B5EF4-FFF2-40B4-BE49-F238E27FC236}">
                  <a16:creationId xmlns:a16="http://schemas.microsoft.com/office/drawing/2014/main" id="{D3CFE49E-F9C7-BB56-02FC-0260A0C0C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06071" y="3297526"/>
              <a:ext cx="364694" cy="364694"/>
            </a:xfrm>
            <a:prstGeom prst="rect">
              <a:avLst/>
            </a:prstGeom>
          </p:spPr>
        </p:pic>
        <p:pic>
          <p:nvPicPr>
            <p:cNvPr id="14" name="Graphic 13" descr="Checkmark with solid fill">
              <a:extLst>
                <a:ext uri="{FF2B5EF4-FFF2-40B4-BE49-F238E27FC236}">
                  <a16:creationId xmlns:a16="http://schemas.microsoft.com/office/drawing/2014/main" id="{F7D08E90-EB7F-6568-A9FA-330AD292A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06071" y="3780819"/>
              <a:ext cx="364694" cy="364694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7EFEDD9-B3DC-415D-B052-4F801CC8B301}"/>
              </a:ext>
            </a:extLst>
          </p:cNvPr>
          <p:cNvSpPr txBox="1"/>
          <p:nvPr/>
        </p:nvSpPr>
        <p:spPr>
          <a:xfrm>
            <a:off x="1831253" y="4224457"/>
            <a:ext cx="8589818" cy="166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</a:rPr>
              <a:t>Slides are to help you, not replace you.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</a:rPr>
              <a:t>Slides are for your audience to better understand what you’re saying.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0B050"/>
                </a:solidFill>
              </a:rPr>
              <a:t>(please no screenshots of excel data)</a:t>
            </a:r>
          </a:p>
        </p:txBody>
      </p:sp>
    </p:spTree>
    <p:extLst>
      <p:ext uri="{BB962C8B-B14F-4D97-AF65-F5344CB8AC3E}">
        <p14:creationId xmlns:p14="http://schemas.microsoft.com/office/powerpoint/2010/main" val="7324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D132-D185-5C67-6B76-8ABF7F4A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Presentation Posture – How Are You Physically Presenting Yourself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9E516-56B0-9AAF-434B-4AEFF1A440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8701" y="3731894"/>
            <a:ext cx="9294921" cy="2290519"/>
          </a:xfrm>
        </p:spPr>
        <p:txBody>
          <a:bodyPr/>
          <a:lstStyle/>
          <a:p>
            <a:pPr algn="ctr"/>
            <a:r>
              <a:rPr lang="en-US" sz="1800" dirty="0"/>
              <a:t>Other General Advice: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10000"/>
                  </a:schemeClr>
                </a:solidFill>
              </a:rPr>
              <a:t>Don’t recite a script, it should feel natural and authentic.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10000"/>
                  </a:schemeClr>
                </a:solidFill>
              </a:rPr>
              <a:t>If you need more notes to help, use notecards, tablet, etc. Don’t fill your slides with your own cues.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10000"/>
                  </a:schemeClr>
                </a:solidFill>
              </a:rPr>
              <a:t>Removing self-view camera can help you stay more present in your virtual presentations.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10000"/>
                  </a:schemeClr>
                </a:solidFill>
              </a:rPr>
              <a:t>When presenting in a room, find people who give you helpful cues and make eye contact with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10000"/>
                  </a:schemeClr>
                </a:solidFill>
              </a:rPr>
              <a:t>Practice presenting to different groups of people.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10000"/>
                  </a:schemeClr>
                </a:solidFill>
              </a:rPr>
              <a:t>Record yourself to see your habits and how you can improve.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10000"/>
                  </a:schemeClr>
                </a:solidFill>
              </a:rPr>
              <a:t>Practice both types of presentations, you’ll need to be comfortable with both in your career.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F128B-C280-7B43-53B1-E56D5E365FF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 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BCDD8F8-611E-7231-D304-4500F7F3B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557840"/>
              </p:ext>
            </p:extLst>
          </p:nvPr>
        </p:nvGraphicFramePr>
        <p:xfrm>
          <a:off x="763480" y="1118308"/>
          <a:ext cx="10537796" cy="2225040"/>
        </p:xfrm>
        <a:graphic>
          <a:graphicData uri="http://schemas.openxmlformats.org/drawingml/2006/table">
            <a:tbl>
              <a:tblPr firstRow="1" firstCol="1">
                <a:tableStyleId>{6E25E649-3F16-4E02-A733-19D2CDBF48F0}</a:tableStyleId>
              </a:tblPr>
              <a:tblGrid>
                <a:gridCol w="2388093">
                  <a:extLst>
                    <a:ext uri="{9D8B030D-6E8A-4147-A177-3AD203B41FA5}">
                      <a16:colId xmlns:a16="http://schemas.microsoft.com/office/drawing/2014/main" val="1807317550"/>
                    </a:ext>
                  </a:extLst>
                </a:gridCol>
                <a:gridCol w="4110361">
                  <a:extLst>
                    <a:ext uri="{9D8B030D-6E8A-4147-A177-3AD203B41FA5}">
                      <a16:colId xmlns:a16="http://schemas.microsoft.com/office/drawing/2014/main" val="198502368"/>
                    </a:ext>
                  </a:extLst>
                </a:gridCol>
                <a:gridCol w="4039342">
                  <a:extLst>
                    <a:ext uri="{9D8B030D-6E8A-4147-A177-3AD203B41FA5}">
                      <a16:colId xmlns:a16="http://schemas.microsoft.com/office/drawing/2014/main" val="2801632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Virtual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910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Eye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Camera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Scan the Room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81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Body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Smaller hand gestures and slower movements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Meaningful hand gestures and movements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857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Speaking 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Speak slower and annunciate more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Mind your pace and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98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Spatial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Prepare your background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Stay open to the audience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57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Engage with Slides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Use pointer feature to draw attention to slides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Don’t turn your back regularly to read slides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827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63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TechnipFMC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CB2C30"/>
      </a:accent1>
      <a:accent2>
        <a:srgbClr val="00A3E0"/>
      </a:accent2>
      <a:accent3>
        <a:srgbClr val="FFCD00"/>
      </a:accent3>
      <a:accent4>
        <a:srgbClr val="3A913F"/>
      </a:accent4>
      <a:accent5>
        <a:srgbClr val="EA7600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chnipFMC" id="{697DB4CB-F5A3-40CF-9096-377AFAF54709}" vid="{3BA1C01D-2239-4C84-B92B-484320CADCB0}"/>
    </a:ext>
  </a:extLst>
</a:theme>
</file>

<file path=ppt/theme/theme2.xml><?xml version="1.0" encoding="utf-8"?>
<a:theme xmlns:a="http://schemas.openxmlformats.org/drawingml/2006/main" name="2. Content Slide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E62C30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chnipFMC_16x9_en_170511" id="{5B46E699-5762-4501-BBC7-8F12DE74A3E5}" vid="{85C3442D-4E25-4B60-B90C-39A40C1D9899}"/>
    </a:ext>
  </a:extLst>
</a:theme>
</file>

<file path=ppt/theme/theme3.xml><?xml version="1.0" encoding="utf-8"?>
<a:theme xmlns:a="http://schemas.openxmlformats.org/drawingml/2006/main" name="3. Section break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nipFMC_16x9_en_170511" id="{5B46E699-5762-4501-BBC7-8F12DE74A3E5}" vid="{E647DF94-F35A-4F39-AEC8-684046951BCB}"/>
    </a:ext>
  </a:extLst>
</a:theme>
</file>

<file path=ppt/theme/theme4.xml><?xml version="1.0" encoding="utf-8"?>
<a:theme xmlns:a="http://schemas.openxmlformats.org/drawingml/2006/main" name="4. Photo background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chnipFMC_16x9_en_170511" id="{5B46E699-5762-4501-BBC7-8F12DE74A3E5}" vid="{B2ED58BD-A8E6-459C-88D1-24EFBD7BBFCB}"/>
    </a:ext>
  </a:extLst>
</a:theme>
</file>

<file path=ppt/theme/theme5.xml><?xml version="1.0" encoding="utf-8"?>
<a:theme xmlns:a="http://schemas.openxmlformats.org/drawingml/2006/main" name="5. Agenda and other master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chnipFMC_16x9_en_170511" id="{5B46E699-5762-4501-BBC7-8F12DE74A3E5}" vid="{7EFFD5AF-9273-4AEE-9BC3-15C3A9C8EEA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1744</TotalTime>
  <Words>385</Words>
  <Application>Microsoft Macintosh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TechnipFMC</vt:lpstr>
      <vt:lpstr>2. Content Slides</vt:lpstr>
      <vt:lpstr>3. Section break</vt:lpstr>
      <vt:lpstr>4. Photo background</vt:lpstr>
      <vt:lpstr>5. Agenda and other masters</vt:lpstr>
      <vt:lpstr>Advice for Presentations </vt:lpstr>
      <vt:lpstr>Why are presentation skills important?</vt:lpstr>
      <vt:lpstr>Overview</vt:lpstr>
      <vt:lpstr>Know your Audience</vt:lpstr>
      <vt:lpstr>Report Out Introduction to Direct Manager</vt:lpstr>
      <vt:lpstr>Introduction to Closeout Presentation for Rotation Program</vt:lpstr>
      <vt:lpstr>PowerPoint Presentation</vt:lpstr>
      <vt:lpstr>Entire Presentation to VP</vt:lpstr>
      <vt:lpstr>Presentation Structure – Tell a Story</vt:lpstr>
      <vt:lpstr>Slide Designs</vt:lpstr>
      <vt:lpstr>Presentation Posture – How Are You Physically Presenting Yourself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Presentations</dc:title>
  <dc:creator>Lois Suter</dc:creator>
  <cp:lastModifiedBy>Alghamdi, Shahad A</cp:lastModifiedBy>
  <cp:revision>2</cp:revision>
  <dcterms:created xsi:type="dcterms:W3CDTF">2023-10-19T01:07:55Z</dcterms:created>
  <dcterms:modified xsi:type="dcterms:W3CDTF">2024-04-04T22:37:51Z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aabacf-b917-4a45-9a5f-ed3a53d2eeb7_Enabled">
    <vt:lpwstr>true</vt:lpwstr>
  </property>
  <property fmtid="{D5CDD505-2E9C-101B-9397-08002B2CF9AE}" pid="3" name="MSIP_Label_8caabacf-b917-4a45-9a5f-ed3a53d2eeb7_SetDate">
    <vt:lpwstr>2023-10-19T01:07:55Z</vt:lpwstr>
  </property>
  <property fmtid="{D5CDD505-2E9C-101B-9397-08002B2CF9AE}" pid="4" name="MSIP_Label_8caabacf-b917-4a45-9a5f-ed3a53d2eeb7_Method">
    <vt:lpwstr>Standard</vt:lpwstr>
  </property>
  <property fmtid="{D5CDD505-2E9C-101B-9397-08002B2CF9AE}" pid="5" name="MSIP_Label_8caabacf-b917-4a45-9a5f-ed3a53d2eeb7_Name">
    <vt:lpwstr>Anyone - No Protection</vt:lpwstr>
  </property>
  <property fmtid="{D5CDD505-2E9C-101B-9397-08002B2CF9AE}" pid="6" name="MSIP_Label_8caabacf-b917-4a45-9a5f-ed3a53d2eeb7_SiteId">
    <vt:lpwstr>0804c951-93a0-405d-80e4-fa87c7551d6a</vt:lpwstr>
  </property>
  <property fmtid="{D5CDD505-2E9C-101B-9397-08002B2CF9AE}" pid="7" name="MSIP_Label_8caabacf-b917-4a45-9a5f-ed3a53d2eeb7_ActionId">
    <vt:lpwstr>c8773407-3c11-43a2-8242-5d9c3c11b87b</vt:lpwstr>
  </property>
  <property fmtid="{D5CDD505-2E9C-101B-9397-08002B2CF9AE}" pid="8" name="MSIP_Label_8caabacf-b917-4a45-9a5f-ed3a53d2eeb7_ContentBits">
    <vt:lpwstr>0</vt:lpwstr>
  </property>
</Properties>
</file>